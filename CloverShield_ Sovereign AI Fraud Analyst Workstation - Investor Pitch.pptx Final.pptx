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 Bold" charset="1" panose="02000503000000020004"/>
      <p:regular r:id="rId17"/>
    </p:embeddedFont>
    <p:embeddedFont>
      <p:font typeface="Inter" charset="1" panose="02000503000000020004"/>
      <p:regular r:id="rId18"/>
    </p:embeddedFont>
    <p:embeddedFont>
      <p:font typeface="Calibri (MS) Bold" charset="1" panose="020F0702030404030204"/>
      <p:regular r:id="rId19"/>
    </p:embeddedFont>
    <p:embeddedFont>
      <p:font typeface="Arimo" charset="1" panose="020B0604020202020204"/>
      <p:regular r:id="rId20"/>
    </p:embeddedFont>
    <p:embeddedFont>
      <p:font typeface="Arimo Bold" charset="1" panose="020B0704020202020204"/>
      <p:regular r:id="rId21"/>
    </p:embeddedFont>
    <p:embeddedFont>
      <p:font typeface="Comic Sans Bold" charset="1" panose="030009020303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4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14.png" Type="http://schemas.openxmlformats.org/officeDocument/2006/relationships/image"/><Relationship Id="rId6" Target="../media/image21.png" Type="http://schemas.openxmlformats.org/officeDocument/2006/relationships/image"/><Relationship Id="rId7" Target="../media/image15.png" Type="http://schemas.openxmlformats.org/officeDocument/2006/relationships/image"/><Relationship Id="rId8" Target="../media/image2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2" Target="../media/image13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media/image39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14.png" Type="http://schemas.openxmlformats.org/officeDocument/2006/relationships/image"/><Relationship Id="rId8" Target="../media/image45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47.png" Type="http://schemas.openxmlformats.org/officeDocument/2006/relationships/image"/><Relationship Id="rId5" Target="../media/image23.png" Type="http://schemas.openxmlformats.org/officeDocument/2006/relationships/image"/><Relationship Id="rId6" Target="../media/image3.png" Type="http://schemas.openxmlformats.org/officeDocument/2006/relationships/image"/><Relationship Id="rId7" Target="../media/image2.png" Type="http://schemas.openxmlformats.org/officeDocument/2006/relationships/image"/><Relationship Id="rId8" Target="../media/image39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23.png" Type="http://schemas.openxmlformats.org/officeDocument/2006/relationships/image"/><Relationship Id="rId5" Target="../media/image34.png" Type="http://schemas.openxmlformats.org/officeDocument/2006/relationships/image"/><Relationship Id="rId6" Target="../media/image1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jpeg" Type="http://schemas.openxmlformats.org/officeDocument/2006/relationships/image"/><Relationship Id="rId3" Target="../media/image50.jpeg" Type="http://schemas.openxmlformats.org/officeDocument/2006/relationships/image"/><Relationship Id="rId4" Target="../media/image5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268" y="3707559"/>
            <a:ext cx="6348451" cy="1029500"/>
            <a:chOff x="0" y="0"/>
            <a:chExt cx="8464601" cy="1372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64601" cy="1372672"/>
            </a:xfrm>
            <a:custGeom>
              <a:avLst/>
              <a:gdLst/>
              <a:ahLst/>
              <a:cxnLst/>
              <a:rect r="r" b="b" t="t" l="l"/>
              <a:pathLst>
                <a:path h="1372672" w="8464601">
                  <a:moveTo>
                    <a:pt x="0" y="0"/>
                  </a:moveTo>
                  <a:lnTo>
                    <a:pt x="8464601" y="0"/>
                  </a:lnTo>
                  <a:lnTo>
                    <a:pt x="8464601" y="1372672"/>
                  </a:lnTo>
                  <a:lnTo>
                    <a:pt x="0" y="13726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8464601" cy="1305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25"/>
                </a:lnSpc>
              </a:pPr>
              <a:r>
                <a:rPr lang="en-US" sz="6462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CloverShield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94735" y="4908642"/>
            <a:ext cx="2359219" cy="400364"/>
            <a:chOff x="0" y="0"/>
            <a:chExt cx="3145625" cy="5338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45628" cy="533815"/>
            </a:xfrm>
            <a:custGeom>
              <a:avLst/>
              <a:gdLst/>
              <a:ahLst/>
              <a:cxnLst/>
              <a:rect r="r" b="b" t="t" l="l"/>
              <a:pathLst>
                <a:path h="533815" w="3145628">
                  <a:moveTo>
                    <a:pt x="0" y="0"/>
                  </a:moveTo>
                  <a:lnTo>
                    <a:pt x="3145628" y="0"/>
                  </a:lnTo>
                  <a:lnTo>
                    <a:pt x="3145628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145625" cy="590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795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SOVEREIGN AI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96285" y="5754167"/>
            <a:ext cx="3170415" cy="1383154"/>
            <a:chOff x="0" y="0"/>
            <a:chExt cx="4227220" cy="18442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510" y="16510"/>
              <a:ext cx="4194175" cy="1811147"/>
            </a:xfrm>
            <a:custGeom>
              <a:avLst/>
              <a:gdLst/>
              <a:ahLst/>
              <a:cxnLst/>
              <a:rect r="r" b="b" t="t" l="l"/>
              <a:pathLst>
                <a:path h="1811147" w="4194175">
                  <a:moveTo>
                    <a:pt x="0" y="0"/>
                  </a:moveTo>
                  <a:lnTo>
                    <a:pt x="4194175" y="0"/>
                  </a:lnTo>
                  <a:lnTo>
                    <a:pt x="4194175" y="1811147"/>
                  </a:lnTo>
                  <a:lnTo>
                    <a:pt x="0" y="1811147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27195" cy="1844167"/>
            </a:xfrm>
            <a:custGeom>
              <a:avLst/>
              <a:gdLst/>
              <a:ahLst/>
              <a:cxnLst/>
              <a:rect r="r" b="b" t="t" l="l"/>
              <a:pathLst>
                <a:path h="1844167" w="4227195">
                  <a:moveTo>
                    <a:pt x="16510" y="0"/>
                  </a:moveTo>
                  <a:lnTo>
                    <a:pt x="4210685" y="0"/>
                  </a:lnTo>
                  <a:cubicBezTo>
                    <a:pt x="4219829" y="0"/>
                    <a:pt x="4227195" y="7366"/>
                    <a:pt x="4227195" y="16510"/>
                  </a:cubicBezTo>
                  <a:lnTo>
                    <a:pt x="4227195" y="1827657"/>
                  </a:lnTo>
                  <a:cubicBezTo>
                    <a:pt x="4227195" y="1836801"/>
                    <a:pt x="4219829" y="1844167"/>
                    <a:pt x="4210685" y="1844167"/>
                  </a:cubicBezTo>
                  <a:lnTo>
                    <a:pt x="16510" y="1844167"/>
                  </a:lnTo>
                  <a:cubicBezTo>
                    <a:pt x="7366" y="1844167"/>
                    <a:pt x="0" y="1836801"/>
                    <a:pt x="0" y="1827657"/>
                  </a:cubicBezTo>
                  <a:lnTo>
                    <a:pt x="0" y="16510"/>
                  </a:lnTo>
                  <a:cubicBezTo>
                    <a:pt x="0" y="7366"/>
                    <a:pt x="7366" y="0"/>
                    <a:pt x="16510" y="0"/>
                  </a:cubicBezTo>
                  <a:moveTo>
                    <a:pt x="16510" y="33020"/>
                  </a:moveTo>
                  <a:lnTo>
                    <a:pt x="16510" y="16510"/>
                  </a:lnTo>
                  <a:lnTo>
                    <a:pt x="33020" y="16510"/>
                  </a:lnTo>
                  <a:lnTo>
                    <a:pt x="33020" y="1827657"/>
                  </a:lnTo>
                  <a:lnTo>
                    <a:pt x="16510" y="1827657"/>
                  </a:lnTo>
                  <a:lnTo>
                    <a:pt x="16510" y="1811147"/>
                  </a:lnTo>
                  <a:lnTo>
                    <a:pt x="4210685" y="1811147"/>
                  </a:lnTo>
                  <a:lnTo>
                    <a:pt x="4210685" y="1827657"/>
                  </a:lnTo>
                  <a:lnTo>
                    <a:pt x="4194175" y="1827657"/>
                  </a:lnTo>
                  <a:lnTo>
                    <a:pt x="4194175" y="16510"/>
                  </a:lnTo>
                  <a:lnTo>
                    <a:pt x="4210685" y="16510"/>
                  </a:lnTo>
                  <a:lnTo>
                    <a:pt x="4210685" y="33020"/>
                  </a:lnTo>
                  <a:lnTo>
                    <a:pt x="16510" y="33020"/>
                  </a:ln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194824" y="6023943"/>
            <a:ext cx="2173338" cy="843620"/>
            <a:chOff x="0" y="0"/>
            <a:chExt cx="2897784" cy="11248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97790" cy="1124827"/>
            </a:xfrm>
            <a:custGeom>
              <a:avLst/>
              <a:gdLst/>
              <a:ahLst/>
              <a:cxnLst/>
              <a:rect r="r" b="b" t="t" l="l"/>
              <a:pathLst>
                <a:path h="1124827" w="2897790">
                  <a:moveTo>
                    <a:pt x="0" y="0"/>
                  </a:moveTo>
                  <a:lnTo>
                    <a:pt x="2897790" y="0"/>
                  </a:lnTo>
                  <a:lnTo>
                    <a:pt x="2897790" y="1124827"/>
                  </a:lnTo>
                  <a:lnTo>
                    <a:pt x="0" y="11248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897784" cy="1220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29"/>
                </a:lnSpc>
              </a:pPr>
              <a:r>
                <a:rPr lang="en-US" sz="161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AI to Your Data</a:t>
              </a:r>
            </a:p>
            <a:p>
              <a:pPr algn="ctr">
                <a:lnSpc>
                  <a:spcPts val="2829"/>
                </a:lnSpc>
              </a:pPr>
              <a:r>
                <a:rPr lang="en-US" sz="161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Not Data to Cloud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50691" y="7851696"/>
            <a:ext cx="5047307" cy="400361"/>
            <a:chOff x="0" y="0"/>
            <a:chExt cx="6729743" cy="5338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29737" cy="533811"/>
            </a:xfrm>
            <a:custGeom>
              <a:avLst/>
              <a:gdLst/>
              <a:ahLst/>
              <a:cxnLst/>
              <a:rect r="r" b="b" t="t" l="l"/>
              <a:pathLst>
                <a:path h="533811" w="6729737">
                  <a:moveTo>
                    <a:pt x="0" y="0"/>
                  </a:moveTo>
                  <a:lnTo>
                    <a:pt x="6729737" y="0"/>
                  </a:lnTo>
                  <a:lnTo>
                    <a:pt x="6729737" y="533811"/>
                  </a:lnTo>
                  <a:lnTo>
                    <a:pt x="0" y="5338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6729743" cy="638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615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615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BANGLADESH'S FINANCIAL FUTURE</a:t>
              </a:r>
            </a:p>
          </p:txBody>
        </p:sp>
      </p:grpSp>
      <p:sp>
        <p:nvSpPr>
          <p:cNvPr name="Freeform 17" id="17" descr="image.png"/>
          <p:cNvSpPr/>
          <p:nvPr/>
        </p:nvSpPr>
        <p:spPr>
          <a:xfrm flipH="false" flipV="false" rot="0">
            <a:off x="2696285" y="8966606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153838" y="8969464"/>
            <a:ext cx="786403" cy="285969"/>
            <a:chOff x="0" y="0"/>
            <a:chExt cx="1048537" cy="3812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8541" cy="381296"/>
            </a:xfrm>
            <a:custGeom>
              <a:avLst/>
              <a:gdLst/>
              <a:ahLst/>
              <a:cxnLst/>
              <a:rect r="r" b="b" t="t" l="l"/>
              <a:pathLst>
                <a:path h="381296" w="1048541">
                  <a:moveTo>
                    <a:pt x="0" y="0"/>
                  </a:moveTo>
                  <a:lnTo>
                    <a:pt x="1048541" y="0"/>
                  </a:lnTo>
                  <a:lnTo>
                    <a:pt x="1048541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48537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Rajshahi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83398" y="8998058"/>
            <a:ext cx="57198" cy="228781"/>
            <a:chOff x="0" y="0"/>
            <a:chExt cx="76264" cy="3050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" cy="305054"/>
            </a:xfrm>
            <a:custGeom>
              <a:avLst/>
              <a:gdLst/>
              <a:ahLst/>
              <a:cxnLst/>
              <a:rect r="r" b="b" t="t" l="l"/>
              <a:pathLst>
                <a:path h="305054" w="76200">
                  <a:moveTo>
                    <a:pt x="0" y="0"/>
                  </a:moveTo>
                  <a:lnTo>
                    <a:pt x="76200" y="0"/>
                  </a:lnTo>
                  <a:lnTo>
                    <a:pt x="76200" y="305054"/>
                  </a:lnTo>
                  <a:lnTo>
                    <a:pt x="0" y="305054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3" id="23" descr="image.png"/>
          <p:cNvSpPr/>
          <p:nvPr/>
        </p:nvSpPr>
        <p:spPr>
          <a:xfrm flipH="false" flipV="false" rot="0">
            <a:off x="4683753" y="9018080"/>
            <a:ext cx="343157" cy="188738"/>
          </a:xfrm>
          <a:custGeom>
            <a:avLst/>
            <a:gdLst/>
            <a:ahLst/>
            <a:cxnLst/>
            <a:rect r="r" b="b" t="t" l="l"/>
            <a:pathLst>
              <a:path h="188738" w="343157">
                <a:moveTo>
                  <a:pt x="0" y="0"/>
                </a:moveTo>
                <a:lnTo>
                  <a:pt x="343157" y="0"/>
                </a:lnTo>
                <a:lnTo>
                  <a:pt x="343157" y="188737"/>
                </a:lnTo>
                <a:lnTo>
                  <a:pt x="0" y="188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141296" y="8969464"/>
            <a:ext cx="1158164" cy="285969"/>
            <a:chOff x="0" y="0"/>
            <a:chExt cx="1544218" cy="3812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44216" cy="381296"/>
            </a:xfrm>
            <a:custGeom>
              <a:avLst/>
              <a:gdLst/>
              <a:ahLst/>
              <a:cxnLst/>
              <a:rect r="r" b="b" t="t" l="l"/>
              <a:pathLst>
                <a:path h="381296" w="1544216">
                  <a:moveTo>
                    <a:pt x="0" y="0"/>
                  </a:moveTo>
                  <a:lnTo>
                    <a:pt x="1544216" y="0"/>
                  </a:lnTo>
                  <a:lnTo>
                    <a:pt x="1544216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44218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Clover Crew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50915" y="0"/>
            <a:ext cx="9150915" cy="10295039"/>
            <a:chOff x="0" y="0"/>
            <a:chExt cx="12201220" cy="13726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0127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2201271">
                  <a:moveTo>
                    <a:pt x="0" y="0"/>
                  </a:moveTo>
                  <a:lnTo>
                    <a:pt x="12201271" y="0"/>
                  </a:lnTo>
                  <a:lnTo>
                    <a:pt x="122012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9" id="29" descr="image.png"/>
          <p:cNvSpPr/>
          <p:nvPr/>
        </p:nvSpPr>
        <p:spPr>
          <a:xfrm flipH="false" flipV="false" rot="0">
            <a:off x="16814816" y="2382155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066010" y="1701546"/>
            <a:ext cx="7320734" cy="1544260"/>
            <a:chOff x="0" y="0"/>
            <a:chExt cx="9760979" cy="20590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60966" cy="2059051"/>
            </a:xfrm>
            <a:custGeom>
              <a:avLst/>
              <a:gdLst/>
              <a:ahLst/>
              <a:cxnLst/>
              <a:rect r="r" b="b" t="t" l="l"/>
              <a:pathLst>
                <a:path h="2059051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2059051"/>
                  </a:lnTo>
                  <a:lnTo>
                    <a:pt x="0" y="2059051"/>
                  </a:lnTo>
                  <a:close/>
                </a:path>
              </a:pathLst>
            </a:custGeom>
            <a:gradFill rotWithShape="true">
              <a:gsLst>
                <a:gs pos="0">
                  <a:srgbClr val="111827">
                    <a:alpha val="100000"/>
                  </a:srgbClr>
                </a:gs>
                <a:gs pos="100000">
                  <a:srgbClr val="1F2937">
                    <a:alpha val="100000"/>
                  </a:srgbClr>
                </a:gs>
              </a:gsLst>
              <a:lin ang="108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32" id="32"/>
          <p:cNvGrpSpPr/>
          <p:nvPr/>
        </p:nvGrpSpPr>
        <p:grpSpPr>
          <a:xfrm rot="-5400000">
            <a:off x="9393022" y="2374535"/>
            <a:ext cx="1544260" cy="198272"/>
            <a:chOff x="0" y="0"/>
            <a:chExt cx="2059013" cy="2643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59051" cy="264414"/>
            </a:xfrm>
            <a:custGeom>
              <a:avLst/>
              <a:gdLst/>
              <a:ahLst/>
              <a:cxnLst/>
              <a:rect r="r" b="b" t="t" l="l"/>
              <a:pathLst>
                <a:path h="264414" w="2059051">
                  <a:moveTo>
                    <a:pt x="132207" y="0"/>
                  </a:moveTo>
                  <a:lnTo>
                    <a:pt x="1926844" y="0"/>
                  </a:lnTo>
                  <a:cubicBezTo>
                    <a:pt x="1999869" y="0"/>
                    <a:pt x="2059051" y="59182"/>
                    <a:pt x="2059051" y="132207"/>
                  </a:cubicBezTo>
                  <a:lnTo>
                    <a:pt x="2059051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466365" y="2044713"/>
            <a:ext cx="3031246" cy="457562"/>
            <a:chOff x="0" y="0"/>
            <a:chExt cx="4041661" cy="6100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41656" cy="610077"/>
            </a:xfrm>
            <a:custGeom>
              <a:avLst/>
              <a:gdLst/>
              <a:ahLst/>
              <a:cxnLst/>
              <a:rect r="r" b="b" t="t" l="l"/>
              <a:pathLst>
                <a:path h="610077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4041661" cy="6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Zero-Trust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66365" y="2616660"/>
            <a:ext cx="3031246" cy="285969"/>
            <a:chOff x="0" y="0"/>
            <a:chExt cx="4041661" cy="3812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1656" cy="381296"/>
            </a:xfrm>
            <a:custGeom>
              <a:avLst/>
              <a:gdLst/>
              <a:ahLst/>
              <a:cxnLst/>
              <a:rect r="r" b="b" t="t" l="l"/>
              <a:pathLst>
                <a:path h="381296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041661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100% On-Premise • Air-Gapped</a:t>
              </a:r>
            </a:p>
          </p:txBody>
        </p:sp>
      </p:grpSp>
      <p:sp>
        <p:nvSpPr>
          <p:cNvPr name="Freeform 40" id="40" descr="image.png"/>
          <p:cNvSpPr/>
          <p:nvPr/>
        </p:nvSpPr>
        <p:spPr>
          <a:xfrm flipH="false" flipV="false" rot="0">
            <a:off x="16700430" y="2310660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0066010" y="3588963"/>
            <a:ext cx="7320734" cy="1544260"/>
            <a:chOff x="0" y="0"/>
            <a:chExt cx="9760979" cy="205901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60966" cy="2059051"/>
            </a:xfrm>
            <a:custGeom>
              <a:avLst/>
              <a:gdLst/>
              <a:ahLst/>
              <a:cxnLst/>
              <a:rect r="r" b="b" t="t" l="l"/>
              <a:pathLst>
                <a:path h="2059051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2059051"/>
                  </a:lnTo>
                  <a:lnTo>
                    <a:pt x="0" y="2059051"/>
                  </a:lnTo>
                  <a:close/>
                </a:path>
              </a:pathLst>
            </a:custGeom>
            <a:gradFill rotWithShape="true">
              <a:gsLst>
                <a:gs pos="0">
                  <a:srgbClr val="111827">
                    <a:alpha val="100000"/>
                  </a:srgbClr>
                </a:gs>
                <a:gs pos="100000">
                  <a:srgbClr val="1F2937">
                    <a:alpha val="100000"/>
                  </a:srgbClr>
                </a:gs>
              </a:gsLst>
              <a:lin ang="108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3" id="43"/>
          <p:cNvGrpSpPr/>
          <p:nvPr/>
        </p:nvGrpSpPr>
        <p:grpSpPr>
          <a:xfrm rot="-5400000">
            <a:off x="9393022" y="4261952"/>
            <a:ext cx="1544260" cy="198272"/>
            <a:chOff x="0" y="0"/>
            <a:chExt cx="2059013" cy="2643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59051" cy="264414"/>
            </a:xfrm>
            <a:custGeom>
              <a:avLst/>
              <a:gdLst/>
              <a:ahLst/>
              <a:cxnLst/>
              <a:rect r="r" b="b" t="t" l="l"/>
              <a:pathLst>
                <a:path h="264414" w="2059051">
                  <a:moveTo>
                    <a:pt x="132207" y="0"/>
                  </a:moveTo>
                  <a:lnTo>
                    <a:pt x="1926844" y="0"/>
                  </a:lnTo>
                  <a:cubicBezTo>
                    <a:pt x="1999869" y="0"/>
                    <a:pt x="2059051" y="59182"/>
                    <a:pt x="2059051" y="132207"/>
                  </a:cubicBezTo>
                  <a:lnTo>
                    <a:pt x="2059051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466365" y="3932130"/>
            <a:ext cx="3074137" cy="457562"/>
            <a:chOff x="0" y="0"/>
            <a:chExt cx="4098849" cy="61008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98848" cy="610077"/>
            </a:xfrm>
            <a:custGeom>
              <a:avLst/>
              <a:gdLst/>
              <a:ahLst/>
              <a:cxnLst/>
              <a:rect r="r" b="b" t="t" l="l"/>
              <a:pathLst>
                <a:path h="610077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098849" cy="6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Lightning Fast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466365" y="4504077"/>
            <a:ext cx="3074137" cy="285969"/>
            <a:chOff x="0" y="0"/>
            <a:chExt cx="4098849" cy="3812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98848" cy="381296"/>
            </a:xfrm>
            <a:custGeom>
              <a:avLst/>
              <a:gdLst/>
              <a:ahLst/>
              <a:cxnLst/>
              <a:rect r="r" b="b" t="t" l="l"/>
              <a:pathLst>
                <a:path h="381296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098849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&lt;200ms Latency • 100% Uptime</a:t>
              </a:r>
            </a:p>
          </p:txBody>
        </p:sp>
      </p:grpSp>
      <p:sp>
        <p:nvSpPr>
          <p:cNvPr name="Freeform 51" id="51" descr="image.png"/>
          <p:cNvSpPr/>
          <p:nvPr/>
        </p:nvSpPr>
        <p:spPr>
          <a:xfrm flipH="false" flipV="false" rot="0">
            <a:off x="16700430" y="4215251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0066010" y="5476389"/>
            <a:ext cx="7320734" cy="1544260"/>
            <a:chOff x="0" y="0"/>
            <a:chExt cx="9760979" cy="205901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60966" cy="2059051"/>
            </a:xfrm>
            <a:custGeom>
              <a:avLst/>
              <a:gdLst/>
              <a:ahLst/>
              <a:cxnLst/>
              <a:rect r="r" b="b" t="t" l="l"/>
              <a:pathLst>
                <a:path h="2059051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2059051"/>
                  </a:lnTo>
                  <a:lnTo>
                    <a:pt x="0" y="2059051"/>
                  </a:lnTo>
                  <a:close/>
                </a:path>
              </a:pathLst>
            </a:custGeom>
            <a:gradFill rotWithShape="true">
              <a:gsLst>
                <a:gs pos="0">
                  <a:srgbClr val="111827">
                    <a:alpha val="100000"/>
                  </a:srgbClr>
                </a:gs>
                <a:gs pos="100000">
                  <a:srgbClr val="1F2937">
                    <a:alpha val="100000"/>
                  </a:srgbClr>
                </a:gs>
              </a:gsLst>
              <a:lin ang="108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54" id="54"/>
          <p:cNvGrpSpPr/>
          <p:nvPr/>
        </p:nvGrpSpPr>
        <p:grpSpPr>
          <a:xfrm rot="-5400000">
            <a:off x="9393022" y="6149378"/>
            <a:ext cx="1544260" cy="198272"/>
            <a:chOff x="0" y="0"/>
            <a:chExt cx="2059013" cy="26436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59051" cy="264414"/>
            </a:xfrm>
            <a:custGeom>
              <a:avLst/>
              <a:gdLst/>
              <a:ahLst/>
              <a:cxnLst/>
              <a:rect r="r" b="b" t="t" l="l"/>
              <a:pathLst>
                <a:path h="264414" w="2059051">
                  <a:moveTo>
                    <a:pt x="132207" y="0"/>
                  </a:moveTo>
                  <a:lnTo>
                    <a:pt x="1926844" y="0"/>
                  </a:lnTo>
                  <a:cubicBezTo>
                    <a:pt x="1999869" y="0"/>
                    <a:pt x="2059051" y="59182"/>
                    <a:pt x="2059051" y="132207"/>
                  </a:cubicBezTo>
                  <a:lnTo>
                    <a:pt x="2059051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466365" y="5819556"/>
            <a:ext cx="3174225" cy="457557"/>
            <a:chOff x="0" y="0"/>
            <a:chExt cx="4232300" cy="61007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32301" cy="610071"/>
            </a:xfrm>
            <a:custGeom>
              <a:avLst/>
              <a:gdLst/>
              <a:ahLst/>
              <a:cxnLst/>
              <a:rect r="r" b="b" t="t" l="l"/>
              <a:pathLst>
                <a:path h="610071" w="4232301">
                  <a:moveTo>
                    <a:pt x="0" y="0"/>
                  </a:moveTo>
                  <a:lnTo>
                    <a:pt x="4232301" y="0"/>
                  </a:lnTo>
                  <a:lnTo>
                    <a:pt x="4232301" y="610071"/>
                  </a:lnTo>
                  <a:lnTo>
                    <a:pt x="0" y="6100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4232300" cy="667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Hybrid Fraud Scanner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466365" y="6391504"/>
            <a:ext cx="3174225" cy="285969"/>
            <a:chOff x="0" y="0"/>
            <a:chExt cx="4232300" cy="3812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32301" cy="381296"/>
            </a:xfrm>
            <a:custGeom>
              <a:avLst/>
              <a:gdLst/>
              <a:ahLst/>
              <a:cxnLst/>
              <a:rect r="r" b="b" t="t" l="l"/>
              <a:pathLst>
                <a:path h="381296" w="4232301">
                  <a:moveTo>
                    <a:pt x="0" y="0"/>
                  </a:moveTo>
                  <a:lnTo>
                    <a:pt x="4232301" y="0"/>
                  </a:lnTo>
                  <a:lnTo>
                    <a:pt x="4232301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232300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AI + Rules • BFIU Compliant</a:t>
              </a:r>
            </a:p>
          </p:txBody>
        </p:sp>
      </p:grpSp>
      <p:sp>
        <p:nvSpPr>
          <p:cNvPr name="Freeform 62" id="62" descr="image.png"/>
          <p:cNvSpPr/>
          <p:nvPr/>
        </p:nvSpPr>
        <p:spPr>
          <a:xfrm flipH="false" flipV="false" rot="0">
            <a:off x="16700430" y="6115545"/>
            <a:ext cx="343157" cy="265957"/>
          </a:xfrm>
          <a:custGeom>
            <a:avLst/>
            <a:gdLst/>
            <a:ahLst/>
            <a:cxnLst/>
            <a:rect r="r" b="b" t="t" l="l"/>
            <a:pathLst>
              <a:path h="265957" w="343157">
                <a:moveTo>
                  <a:pt x="0" y="0"/>
                </a:moveTo>
                <a:lnTo>
                  <a:pt x="343157" y="0"/>
                </a:lnTo>
                <a:lnTo>
                  <a:pt x="343157" y="265957"/>
                </a:lnTo>
                <a:lnTo>
                  <a:pt x="0" y="2659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" t="0" r="-1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0423474" y="7835675"/>
            <a:ext cx="6605816" cy="400364"/>
            <a:chOff x="0" y="0"/>
            <a:chExt cx="8807755" cy="5338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807759" cy="533815"/>
            </a:xfrm>
            <a:custGeom>
              <a:avLst/>
              <a:gdLst/>
              <a:ahLst/>
              <a:cxnLst/>
              <a:rect r="r" b="b" t="t" l="l"/>
              <a:pathLst>
                <a:path h="533815" w="8807759">
                  <a:moveTo>
                    <a:pt x="0" y="0"/>
                  </a:moveTo>
                  <a:lnTo>
                    <a:pt x="8807759" y="0"/>
                  </a:lnTo>
                  <a:lnTo>
                    <a:pt x="8807759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85725"/>
              <a:ext cx="8807755" cy="619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615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Protecting ৳60,000Cr Annual Transactions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2908008" y="381689"/>
            <a:ext cx="2746971" cy="3207274"/>
          </a:xfrm>
          <a:custGeom>
            <a:avLst/>
            <a:gdLst/>
            <a:ahLst/>
            <a:cxnLst/>
            <a:rect r="r" b="b" t="t" l="l"/>
            <a:pathLst>
              <a:path h="3207274" w="2746971">
                <a:moveTo>
                  <a:pt x="0" y="0"/>
                </a:moveTo>
                <a:lnTo>
                  <a:pt x="2746970" y="0"/>
                </a:lnTo>
                <a:lnTo>
                  <a:pt x="2746970" y="3207274"/>
                </a:lnTo>
                <a:lnTo>
                  <a:pt x="0" y="32072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50915" cy="10295039"/>
            <a:chOff x="0" y="0"/>
            <a:chExt cx="12201220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0127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2201271">
                  <a:moveTo>
                    <a:pt x="0" y="0"/>
                  </a:moveTo>
                  <a:lnTo>
                    <a:pt x="12201271" y="0"/>
                  </a:lnTo>
                  <a:lnTo>
                    <a:pt x="122012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F3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86324" y="7163633"/>
            <a:ext cx="7778286" cy="1315479"/>
            <a:chOff x="0" y="0"/>
            <a:chExt cx="10371049" cy="17539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71074" cy="1753997"/>
            </a:xfrm>
            <a:custGeom>
              <a:avLst/>
              <a:gdLst/>
              <a:ahLst/>
              <a:cxnLst/>
              <a:rect r="r" b="b" t="t" l="l"/>
              <a:pathLst>
                <a:path h="1753997" w="10371074">
                  <a:moveTo>
                    <a:pt x="0" y="0"/>
                  </a:moveTo>
                  <a:lnTo>
                    <a:pt x="10371074" y="0"/>
                  </a:lnTo>
                  <a:lnTo>
                    <a:pt x="10371074" y="1753997"/>
                  </a:lnTo>
                  <a:lnTo>
                    <a:pt x="0" y="1753997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6314" y="686333"/>
            <a:ext cx="915095" cy="57198"/>
            <a:chOff x="0" y="0"/>
            <a:chExt cx="1220127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089" cy="76200"/>
            </a:xfrm>
            <a:custGeom>
              <a:avLst/>
              <a:gdLst/>
              <a:ahLst/>
              <a:cxnLst/>
              <a:rect r="r" b="b" t="t" l="l"/>
              <a:pathLst>
                <a:path h="76200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D9C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86314" y="972312"/>
            <a:ext cx="7778286" cy="1100995"/>
            <a:chOff x="0" y="0"/>
            <a:chExt cx="10371049" cy="14679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1042" cy="1467995"/>
            </a:xfrm>
            <a:custGeom>
              <a:avLst/>
              <a:gdLst/>
              <a:ahLst/>
              <a:cxnLst/>
              <a:rect r="r" b="b" t="t" l="l"/>
              <a:pathLst>
                <a:path h="1467995" w="10371042">
                  <a:moveTo>
                    <a:pt x="0" y="0"/>
                  </a:moveTo>
                  <a:lnTo>
                    <a:pt x="10371042" y="0"/>
                  </a:lnTo>
                  <a:lnTo>
                    <a:pt x="10371042" y="1467995"/>
                  </a:lnTo>
                  <a:lnTo>
                    <a:pt x="0" y="14679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371049" cy="1467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7"/>
                </a:lnSpc>
              </a:pPr>
              <a:r>
                <a:rPr lang="en-US" sz="3141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BANGLADESH</a:t>
              </a:r>
            </a:p>
            <a:p>
              <a:pPr algn="l">
                <a:lnSpc>
                  <a:spcPts val="3707"/>
                </a:lnSpc>
              </a:pPr>
              <a:r>
                <a:rPr lang="en-US" sz="3141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PARADOX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6314" y="2187692"/>
            <a:ext cx="7778286" cy="285969"/>
            <a:chOff x="0" y="0"/>
            <a:chExt cx="10371049" cy="3812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71042" cy="381296"/>
            </a:xfrm>
            <a:custGeom>
              <a:avLst/>
              <a:gdLst/>
              <a:ahLst/>
              <a:cxnLst/>
              <a:rect r="r" b="b" t="t" l="l"/>
              <a:pathLst>
                <a:path h="381296" w="10371042">
                  <a:moveTo>
                    <a:pt x="0" y="0"/>
                  </a:moveTo>
                  <a:lnTo>
                    <a:pt x="10371042" y="0"/>
                  </a:lnTo>
                  <a:lnTo>
                    <a:pt x="1037104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71049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 PRIVACY VS. AI NEEDS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314" y="4075119"/>
            <a:ext cx="7778286" cy="1315479"/>
            <a:chOff x="0" y="0"/>
            <a:chExt cx="10371049" cy="17539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71074" cy="1753997"/>
            </a:xfrm>
            <a:custGeom>
              <a:avLst/>
              <a:gdLst/>
              <a:ahLst/>
              <a:cxnLst/>
              <a:rect r="r" b="b" t="t" l="l"/>
              <a:pathLst>
                <a:path h="1753997" w="10371074">
                  <a:moveTo>
                    <a:pt x="0" y="0"/>
                  </a:moveTo>
                  <a:lnTo>
                    <a:pt x="10371074" y="0"/>
                  </a:lnTo>
                  <a:lnTo>
                    <a:pt x="10371074" y="1753997"/>
                  </a:lnTo>
                  <a:lnTo>
                    <a:pt x="0" y="1753997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-5400000">
            <a:off x="127721" y="4633722"/>
            <a:ext cx="1315479" cy="198272"/>
            <a:chOff x="0" y="0"/>
            <a:chExt cx="1753972" cy="2643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3997" cy="264414"/>
            </a:xfrm>
            <a:custGeom>
              <a:avLst/>
              <a:gdLst/>
              <a:ahLst/>
              <a:cxnLst/>
              <a:rect r="r" b="b" t="t" l="l"/>
              <a:pathLst>
                <a:path h="264414" w="1753997">
                  <a:moveTo>
                    <a:pt x="132207" y="0"/>
                  </a:moveTo>
                  <a:lnTo>
                    <a:pt x="1621790" y="0"/>
                  </a:lnTo>
                  <a:cubicBezTo>
                    <a:pt x="1694815" y="0"/>
                    <a:pt x="1753997" y="59182"/>
                    <a:pt x="1753997" y="132207"/>
                  </a:cubicBezTo>
                  <a:lnTo>
                    <a:pt x="1753997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F444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29481" y="4361097"/>
            <a:ext cx="4318092" cy="400364"/>
            <a:chOff x="0" y="0"/>
            <a:chExt cx="5757456" cy="5338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57454" cy="533815"/>
            </a:xfrm>
            <a:custGeom>
              <a:avLst/>
              <a:gdLst/>
              <a:ahLst/>
              <a:cxnLst/>
              <a:rect r="r" b="b" t="t" l="l"/>
              <a:pathLst>
                <a:path h="533815" w="5757454">
                  <a:moveTo>
                    <a:pt x="0" y="0"/>
                  </a:moveTo>
                  <a:lnTo>
                    <a:pt x="5757454" y="0"/>
                  </a:lnTo>
                  <a:lnTo>
                    <a:pt x="5757454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757456" cy="590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8717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 Sovereignty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9481" y="4818650"/>
            <a:ext cx="4318092" cy="285969"/>
            <a:chOff x="0" y="0"/>
            <a:chExt cx="5757456" cy="3812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57454" cy="381296"/>
            </a:xfrm>
            <a:custGeom>
              <a:avLst/>
              <a:gdLst/>
              <a:ahLst/>
              <a:cxnLst/>
              <a:rect r="r" b="b" t="t" l="l"/>
              <a:pathLst>
                <a:path h="381296" w="5757454">
                  <a:moveTo>
                    <a:pt x="0" y="0"/>
                  </a:moveTo>
                  <a:lnTo>
                    <a:pt x="5757454" y="0"/>
                  </a:lnTo>
                  <a:lnTo>
                    <a:pt x="5757454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757456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BD Bank Acts • National Laws • Privacy Risks</a:t>
              </a:r>
            </a:p>
          </p:txBody>
        </p:sp>
      </p:grpSp>
      <p:sp>
        <p:nvSpPr>
          <p:cNvPr name="Freeform 24" id="24" descr="image.png"/>
          <p:cNvSpPr/>
          <p:nvPr/>
        </p:nvSpPr>
        <p:spPr>
          <a:xfrm flipH="false" flipV="false" rot="0">
            <a:off x="7835475" y="4578429"/>
            <a:ext cx="343157" cy="308848"/>
          </a:xfrm>
          <a:custGeom>
            <a:avLst/>
            <a:gdLst/>
            <a:ahLst/>
            <a:cxnLst/>
            <a:rect r="r" b="b" t="t" l="l"/>
            <a:pathLst>
              <a:path h="308848" w="343157">
                <a:moveTo>
                  <a:pt x="0" y="0"/>
                </a:moveTo>
                <a:lnTo>
                  <a:pt x="343157" y="0"/>
                </a:lnTo>
                <a:lnTo>
                  <a:pt x="343157" y="308849"/>
                </a:lnTo>
                <a:lnTo>
                  <a:pt x="0" y="308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86314" y="5619379"/>
            <a:ext cx="7778286" cy="1315479"/>
            <a:chOff x="0" y="0"/>
            <a:chExt cx="10371049" cy="17539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71074" cy="1753997"/>
            </a:xfrm>
            <a:custGeom>
              <a:avLst/>
              <a:gdLst/>
              <a:ahLst/>
              <a:cxnLst/>
              <a:rect r="r" b="b" t="t" l="l"/>
              <a:pathLst>
                <a:path h="1753997" w="10371074">
                  <a:moveTo>
                    <a:pt x="0" y="0"/>
                  </a:moveTo>
                  <a:lnTo>
                    <a:pt x="10371074" y="0"/>
                  </a:lnTo>
                  <a:lnTo>
                    <a:pt x="10371074" y="1753997"/>
                  </a:lnTo>
                  <a:lnTo>
                    <a:pt x="0" y="1753997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-5400000">
            <a:off x="127721" y="6177982"/>
            <a:ext cx="1315479" cy="198272"/>
            <a:chOff x="0" y="0"/>
            <a:chExt cx="1753972" cy="2643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53997" cy="264414"/>
            </a:xfrm>
            <a:custGeom>
              <a:avLst/>
              <a:gdLst/>
              <a:ahLst/>
              <a:cxnLst/>
              <a:rect r="r" b="b" t="t" l="l"/>
              <a:pathLst>
                <a:path h="264414" w="1753997">
                  <a:moveTo>
                    <a:pt x="132207" y="0"/>
                  </a:moveTo>
                  <a:lnTo>
                    <a:pt x="1621790" y="0"/>
                  </a:lnTo>
                  <a:cubicBezTo>
                    <a:pt x="1694815" y="0"/>
                    <a:pt x="1753997" y="59182"/>
                    <a:pt x="1753997" y="132207"/>
                  </a:cubicBezTo>
                  <a:lnTo>
                    <a:pt x="1753997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29481" y="5905348"/>
            <a:ext cx="4075024" cy="400361"/>
            <a:chOff x="0" y="0"/>
            <a:chExt cx="5433365" cy="5338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33359" cy="533811"/>
            </a:xfrm>
            <a:custGeom>
              <a:avLst/>
              <a:gdLst/>
              <a:ahLst/>
              <a:cxnLst/>
              <a:rect r="r" b="b" t="t" l="l"/>
              <a:pathLst>
                <a:path h="533811" w="5433359">
                  <a:moveTo>
                    <a:pt x="0" y="0"/>
                  </a:moveTo>
                  <a:lnTo>
                    <a:pt x="5433359" y="0"/>
                  </a:lnTo>
                  <a:lnTo>
                    <a:pt x="5433359" y="533811"/>
                  </a:lnTo>
                  <a:lnTo>
                    <a:pt x="0" y="53381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433365" cy="590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9481" y="6362910"/>
            <a:ext cx="4075024" cy="285969"/>
            <a:chOff x="0" y="0"/>
            <a:chExt cx="5433365" cy="3812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33359" cy="381296"/>
            </a:xfrm>
            <a:custGeom>
              <a:avLst/>
              <a:gdLst/>
              <a:ahLst/>
              <a:cxnLst/>
              <a:rect r="r" b="b" t="t" l="l"/>
              <a:pathLst>
                <a:path h="381296" w="5433359">
                  <a:moveTo>
                    <a:pt x="0" y="0"/>
                  </a:moveTo>
                  <a:lnTo>
                    <a:pt x="5433359" y="0"/>
                  </a:lnTo>
                  <a:lnTo>
                    <a:pt x="5433359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433365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Massive Data • Real-Time • Cloud Defaults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9481" y="7449607"/>
            <a:ext cx="4432478" cy="400364"/>
            <a:chOff x="0" y="0"/>
            <a:chExt cx="5909970" cy="5338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09969" cy="533815"/>
            </a:xfrm>
            <a:custGeom>
              <a:avLst/>
              <a:gdLst/>
              <a:ahLst/>
              <a:cxnLst/>
              <a:rect r="r" b="b" t="t" l="l"/>
              <a:pathLst>
                <a:path h="533815" w="5909969">
                  <a:moveTo>
                    <a:pt x="0" y="0"/>
                  </a:moveTo>
                  <a:lnTo>
                    <a:pt x="5909969" y="0"/>
                  </a:lnTo>
                  <a:lnTo>
                    <a:pt x="5909969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909970" cy="590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8717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Gap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9481" y="7907160"/>
            <a:ext cx="4432478" cy="285969"/>
            <a:chOff x="0" y="0"/>
            <a:chExt cx="5909970" cy="3812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09969" cy="381296"/>
            </a:xfrm>
            <a:custGeom>
              <a:avLst/>
              <a:gdLst/>
              <a:ahLst/>
              <a:cxnLst/>
              <a:rect r="r" b="b" t="t" l="l"/>
              <a:pathLst>
                <a:path h="381296" w="5909969">
                  <a:moveTo>
                    <a:pt x="0" y="0"/>
                  </a:moveTo>
                  <a:lnTo>
                    <a:pt x="5909969" y="0"/>
                  </a:lnTo>
                  <a:lnTo>
                    <a:pt x="5909969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909970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Outdated Rules • Manual Bottlenecks • Zero AI</a:t>
              </a:r>
            </a:p>
          </p:txBody>
        </p:sp>
      </p:grpSp>
      <p:sp>
        <p:nvSpPr>
          <p:cNvPr name="Freeform 41" id="41" descr="image.png"/>
          <p:cNvSpPr/>
          <p:nvPr/>
        </p:nvSpPr>
        <p:spPr>
          <a:xfrm flipH="false" flipV="false" rot="0">
            <a:off x="7835475" y="7681960"/>
            <a:ext cx="343157" cy="278825"/>
          </a:xfrm>
          <a:custGeom>
            <a:avLst/>
            <a:gdLst/>
            <a:ahLst/>
            <a:cxnLst/>
            <a:rect r="r" b="b" t="t" l="l"/>
            <a:pathLst>
              <a:path h="278825" w="343157">
                <a:moveTo>
                  <a:pt x="0" y="0"/>
                </a:moveTo>
                <a:lnTo>
                  <a:pt x="343157" y="0"/>
                </a:lnTo>
                <a:lnTo>
                  <a:pt x="343157" y="278825"/>
                </a:lnTo>
                <a:lnTo>
                  <a:pt x="0" y="278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0" r="-1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061790" y="400364"/>
            <a:ext cx="9150915" cy="10295039"/>
            <a:chOff x="0" y="0"/>
            <a:chExt cx="12201220" cy="137267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20127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2201271">
                  <a:moveTo>
                    <a:pt x="0" y="0"/>
                  </a:moveTo>
                  <a:lnTo>
                    <a:pt x="12201271" y="0"/>
                  </a:lnTo>
                  <a:lnTo>
                    <a:pt x="122012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837239" y="2144801"/>
            <a:ext cx="7778286" cy="285969"/>
            <a:chOff x="0" y="0"/>
            <a:chExt cx="10371049" cy="3812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71042" cy="381296"/>
            </a:xfrm>
            <a:custGeom>
              <a:avLst/>
              <a:gdLst/>
              <a:ahLst/>
              <a:cxnLst/>
              <a:rect r="r" b="b" t="t" l="l"/>
              <a:pathLst>
                <a:path h="381296" w="10371042">
                  <a:moveTo>
                    <a:pt x="0" y="0"/>
                  </a:moveTo>
                  <a:lnTo>
                    <a:pt x="10371042" y="0"/>
                  </a:lnTo>
                  <a:lnTo>
                    <a:pt x="1037104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371049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CLOVERSHIELD CAPTURES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31048" y="2767746"/>
            <a:ext cx="3787150" cy="1642443"/>
            <a:chOff x="0" y="0"/>
            <a:chExt cx="5049533" cy="21899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255" y="8255"/>
              <a:ext cx="5033010" cy="2173351"/>
            </a:xfrm>
            <a:custGeom>
              <a:avLst/>
              <a:gdLst/>
              <a:ahLst/>
              <a:cxnLst/>
              <a:rect r="r" b="b" t="t" l="l"/>
              <a:pathLst>
                <a:path h="2173351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2173351"/>
                  </a:lnTo>
                  <a:lnTo>
                    <a:pt x="0" y="2173351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49520" cy="2189861"/>
            </a:xfrm>
            <a:custGeom>
              <a:avLst/>
              <a:gdLst/>
              <a:ahLst/>
              <a:cxnLst/>
              <a:rect r="r" b="b" t="t" l="l"/>
              <a:pathLst>
                <a:path h="2189861" w="5049520">
                  <a:moveTo>
                    <a:pt x="8255" y="0"/>
                  </a:moveTo>
                  <a:lnTo>
                    <a:pt x="5041265" y="0"/>
                  </a:lnTo>
                  <a:cubicBezTo>
                    <a:pt x="5045837" y="0"/>
                    <a:pt x="5049520" y="3683"/>
                    <a:pt x="5049520" y="8255"/>
                  </a:cubicBezTo>
                  <a:lnTo>
                    <a:pt x="5049520" y="2181606"/>
                  </a:lnTo>
                  <a:cubicBezTo>
                    <a:pt x="5049520" y="2186178"/>
                    <a:pt x="5045837" y="2189861"/>
                    <a:pt x="5041265" y="2189861"/>
                  </a:cubicBezTo>
                  <a:lnTo>
                    <a:pt x="8255" y="2189861"/>
                  </a:lnTo>
                  <a:cubicBezTo>
                    <a:pt x="3683" y="2189861"/>
                    <a:pt x="0" y="2186178"/>
                    <a:pt x="0" y="2181606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181606"/>
                  </a:lnTo>
                  <a:lnTo>
                    <a:pt x="8255" y="2181606"/>
                  </a:lnTo>
                  <a:lnTo>
                    <a:pt x="8255" y="2173351"/>
                  </a:lnTo>
                  <a:lnTo>
                    <a:pt x="5041265" y="2173351"/>
                  </a:lnTo>
                  <a:lnTo>
                    <a:pt x="5041265" y="2181606"/>
                  </a:lnTo>
                  <a:lnTo>
                    <a:pt x="5033010" y="2181606"/>
                  </a:lnTo>
                  <a:lnTo>
                    <a:pt x="5033010" y="8255"/>
                  </a:lnTo>
                  <a:lnTo>
                    <a:pt x="5041265" y="8255"/>
                  </a:lnTo>
                  <a:lnTo>
                    <a:pt x="504126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194693" y="3131410"/>
            <a:ext cx="3059840" cy="285545"/>
            <a:chOff x="0" y="0"/>
            <a:chExt cx="4079786" cy="38072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79785" cy="380723"/>
            </a:xfrm>
            <a:custGeom>
              <a:avLst/>
              <a:gdLst/>
              <a:ahLst/>
              <a:cxnLst/>
              <a:rect r="r" b="b" t="t" l="l"/>
              <a:pathLst>
                <a:path h="380723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0723"/>
                  </a:lnTo>
                  <a:lnTo>
                    <a:pt x="0" y="3807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079786" cy="409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96"/>
                </a:lnSpc>
              </a:pPr>
              <a:r>
                <a:rPr lang="en-US" sz="1376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Legacy Systems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94693" y="3474577"/>
            <a:ext cx="3059840" cy="285969"/>
            <a:chOff x="0" y="0"/>
            <a:chExt cx="4079786" cy="3812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79785" cy="381296"/>
            </a:xfrm>
            <a:custGeom>
              <a:avLst/>
              <a:gdLst/>
              <a:ahLst/>
              <a:cxnLst/>
              <a:rect r="r" b="b" t="t" l="l"/>
              <a:pathLst>
                <a:path h="381296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079786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High Privacy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194693" y="3760546"/>
            <a:ext cx="3059840" cy="285969"/>
            <a:chOff x="0" y="0"/>
            <a:chExt cx="4079786" cy="3812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79785" cy="381296"/>
            </a:xfrm>
            <a:custGeom>
              <a:avLst/>
              <a:gdLst/>
              <a:ahLst/>
              <a:cxnLst/>
              <a:rect r="r" b="b" t="t" l="l"/>
              <a:pathLst>
                <a:path h="381296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079786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Low AI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834567" y="2767746"/>
            <a:ext cx="3787150" cy="1642443"/>
            <a:chOff x="0" y="0"/>
            <a:chExt cx="5049533" cy="21899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255" y="8255"/>
              <a:ext cx="5033010" cy="2173351"/>
            </a:xfrm>
            <a:custGeom>
              <a:avLst/>
              <a:gdLst/>
              <a:ahLst/>
              <a:cxnLst/>
              <a:rect r="r" b="b" t="t" l="l"/>
              <a:pathLst>
                <a:path h="2173351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2173351"/>
                  </a:lnTo>
                  <a:lnTo>
                    <a:pt x="0" y="2173351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49520" cy="2189861"/>
            </a:xfrm>
            <a:custGeom>
              <a:avLst/>
              <a:gdLst/>
              <a:ahLst/>
              <a:cxnLst/>
              <a:rect r="r" b="b" t="t" l="l"/>
              <a:pathLst>
                <a:path h="2189861" w="5049520">
                  <a:moveTo>
                    <a:pt x="8255" y="0"/>
                  </a:moveTo>
                  <a:lnTo>
                    <a:pt x="5041265" y="0"/>
                  </a:lnTo>
                  <a:cubicBezTo>
                    <a:pt x="5045837" y="0"/>
                    <a:pt x="5049520" y="3683"/>
                    <a:pt x="5049520" y="8255"/>
                  </a:cubicBezTo>
                  <a:lnTo>
                    <a:pt x="5049520" y="2181606"/>
                  </a:lnTo>
                  <a:cubicBezTo>
                    <a:pt x="5049520" y="2186178"/>
                    <a:pt x="5045837" y="2189861"/>
                    <a:pt x="5041265" y="2189861"/>
                  </a:cubicBezTo>
                  <a:lnTo>
                    <a:pt x="8255" y="2189861"/>
                  </a:lnTo>
                  <a:cubicBezTo>
                    <a:pt x="3683" y="2189861"/>
                    <a:pt x="0" y="2186178"/>
                    <a:pt x="0" y="2181606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181606"/>
                  </a:lnTo>
                  <a:lnTo>
                    <a:pt x="8255" y="2181606"/>
                  </a:lnTo>
                  <a:lnTo>
                    <a:pt x="8255" y="2173351"/>
                  </a:lnTo>
                  <a:lnTo>
                    <a:pt x="5041265" y="2173351"/>
                  </a:lnTo>
                  <a:lnTo>
                    <a:pt x="5041265" y="2181606"/>
                  </a:lnTo>
                  <a:lnTo>
                    <a:pt x="5033010" y="2181606"/>
                  </a:lnTo>
                  <a:lnTo>
                    <a:pt x="5033010" y="8255"/>
                  </a:lnTo>
                  <a:lnTo>
                    <a:pt x="5041265" y="8255"/>
                  </a:lnTo>
                  <a:lnTo>
                    <a:pt x="504126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198222" y="3131410"/>
            <a:ext cx="3059840" cy="285545"/>
            <a:chOff x="0" y="0"/>
            <a:chExt cx="4079786" cy="38072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79785" cy="380723"/>
            </a:xfrm>
            <a:custGeom>
              <a:avLst/>
              <a:gdLst/>
              <a:ahLst/>
              <a:cxnLst/>
              <a:rect r="r" b="b" t="t" l="l"/>
              <a:pathLst>
                <a:path h="380723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0723"/>
                  </a:lnTo>
                  <a:lnTo>
                    <a:pt x="0" y="3807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079786" cy="409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96"/>
                </a:lnSpc>
              </a:pPr>
              <a:r>
                <a:rPr lang="en-US" sz="1376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Cloud SaaS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198222" y="3474577"/>
            <a:ext cx="3059840" cy="285969"/>
            <a:chOff x="0" y="0"/>
            <a:chExt cx="4079786" cy="3812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79785" cy="381296"/>
            </a:xfrm>
            <a:custGeom>
              <a:avLst/>
              <a:gdLst/>
              <a:ahLst/>
              <a:cxnLst/>
              <a:rect r="r" b="b" t="t" l="l"/>
              <a:pathLst>
                <a:path h="381296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079786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Low Privacy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198222" y="3760546"/>
            <a:ext cx="3059840" cy="285969"/>
            <a:chOff x="0" y="0"/>
            <a:chExt cx="4079786" cy="3812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79785" cy="381296"/>
            </a:xfrm>
            <a:custGeom>
              <a:avLst/>
              <a:gdLst/>
              <a:ahLst/>
              <a:cxnLst/>
              <a:rect r="r" b="b" t="t" l="l"/>
              <a:pathLst>
                <a:path h="381296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079786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High AI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31048" y="4626569"/>
            <a:ext cx="3787150" cy="2271579"/>
            <a:chOff x="0" y="0"/>
            <a:chExt cx="5049533" cy="30287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255" y="8255"/>
              <a:ext cx="5033010" cy="3012313"/>
            </a:xfrm>
            <a:custGeom>
              <a:avLst/>
              <a:gdLst/>
              <a:ahLst/>
              <a:cxnLst/>
              <a:rect r="r" b="b" t="t" l="l"/>
              <a:pathLst>
                <a:path h="3012313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3012313"/>
                  </a:lnTo>
                  <a:lnTo>
                    <a:pt x="0" y="3012313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49520" cy="3028823"/>
            </a:xfrm>
            <a:custGeom>
              <a:avLst/>
              <a:gdLst/>
              <a:ahLst/>
              <a:cxnLst/>
              <a:rect r="r" b="b" t="t" l="l"/>
              <a:pathLst>
                <a:path h="3028823" w="5049520">
                  <a:moveTo>
                    <a:pt x="8255" y="0"/>
                  </a:moveTo>
                  <a:lnTo>
                    <a:pt x="5041265" y="0"/>
                  </a:lnTo>
                  <a:cubicBezTo>
                    <a:pt x="5045837" y="0"/>
                    <a:pt x="5049520" y="3683"/>
                    <a:pt x="5049520" y="8255"/>
                  </a:cubicBezTo>
                  <a:lnTo>
                    <a:pt x="5049520" y="3020568"/>
                  </a:lnTo>
                  <a:cubicBezTo>
                    <a:pt x="5049520" y="3025140"/>
                    <a:pt x="5045837" y="3028823"/>
                    <a:pt x="5041265" y="3028823"/>
                  </a:cubicBezTo>
                  <a:lnTo>
                    <a:pt x="8255" y="3028823"/>
                  </a:lnTo>
                  <a:cubicBezTo>
                    <a:pt x="3683" y="3028823"/>
                    <a:pt x="0" y="3025140"/>
                    <a:pt x="0" y="3020568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3020568"/>
                  </a:lnTo>
                  <a:lnTo>
                    <a:pt x="8255" y="3020568"/>
                  </a:lnTo>
                  <a:lnTo>
                    <a:pt x="8255" y="3012313"/>
                  </a:lnTo>
                  <a:lnTo>
                    <a:pt x="5041265" y="3012313"/>
                  </a:lnTo>
                  <a:lnTo>
                    <a:pt x="5041265" y="3020568"/>
                  </a:lnTo>
                  <a:lnTo>
                    <a:pt x="5033010" y="3020568"/>
                  </a:lnTo>
                  <a:lnTo>
                    <a:pt x="5033010" y="8255"/>
                  </a:lnTo>
                  <a:lnTo>
                    <a:pt x="5041265" y="8255"/>
                  </a:lnTo>
                  <a:lnTo>
                    <a:pt x="504126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0086518" y="5390598"/>
            <a:ext cx="3059840" cy="285545"/>
            <a:chOff x="0" y="0"/>
            <a:chExt cx="4079786" cy="38072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79785" cy="380723"/>
            </a:xfrm>
            <a:custGeom>
              <a:avLst/>
              <a:gdLst/>
              <a:ahLst/>
              <a:cxnLst/>
              <a:rect r="r" b="b" t="t" l="l"/>
              <a:pathLst>
                <a:path h="380723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0723"/>
                  </a:lnTo>
                  <a:lnTo>
                    <a:pt x="0" y="3807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4079786" cy="409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96"/>
                </a:lnSpc>
              </a:pPr>
              <a:r>
                <a:rPr lang="en-US" sz="1376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Manual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086518" y="5733764"/>
            <a:ext cx="3059840" cy="285969"/>
            <a:chOff x="0" y="0"/>
            <a:chExt cx="4079786" cy="3812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079785" cy="381296"/>
            </a:xfrm>
            <a:custGeom>
              <a:avLst/>
              <a:gdLst/>
              <a:ahLst/>
              <a:cxnLst/>
              <a:rect r="r" b="b" t="t" l="l"/>
              <a:pathLst>
                <a:path h="381296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079786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Med Privacy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86518" y="6019743"/>
            <a:ext cx="3059840" cy="285969"/>
            <a:chOff x="0" y="0"/>
            <a:chExt cx="4079786" cy="3812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79785" cy="381296"/>
            </a:xfrm>
            <a:custGeom>
              <a:avLst/>
              <a:gdLst/>
              <a:ahLst/>
              <a:cxnLst/>
              <a:rect r="r" b="b" t="t" l="l"/>
              <a:pathLst>
                <a:path h="381296" w="4079785">
                  <a:moveTo>
                    <a:pt x="0" y="0"/>
                  </a:moveTo>
                  <a:lnTo>
                    <a:pt x="4079785" y="0"/>
                  </a:lnTo>
                  <a:lnTo>
                    <a:pt x="407978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079786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Low AI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898843" y="5033134"/>
            <a:ext cx="1644301" cy="343167"/>
            <a:chOff x="0" y="0"/>
            <a:chExt cx="2192401" cy="4575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2401" cy="457581"/>
            </a:xfrm>
            <a:custGeom>
              <a:avLst/>
              <a:gdLst/>
              <a:ahLst/>
              <a:cxnLst/>
              <a:rect r="r" b="b" t="t" l="l"/>
              <a:pathLst>
                <a:path h="457581" w="2192401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2039874" y="0"/>
                  </a:lnTo>
                  <a:cubicBezTo>
                    <a:pt x="2124075" y="0"/>
                    <a:pt x="2192401" y="68326"/>
                    <a:pt x="2192401" y="152527"/>
                  </a:cubicBezTo>
                  <a:lnTo>
                    <a:pt x="2192401" y="305054"/>
                  </a:lnTo>
                  <a:cubicBezTo>
                    <a:pt x="2192401" y="389255"/>
                    <a:pt x="2124075" y="457581"/>
                    <a:pt x="2039874" y="457581"/>
                  </a:cubicBezTo>
                  <a:lnTo>
                    <a:pt x="152527" y="457581"/>
                  </a:lnTo>
                  <a:cubicBezTo>
                    <a:pt x="68326" y="457581"/>
                    <a:pt x="0" y="389255"/>
                    <a:pt x="0" y="305054"/>
                  </a:cubicBezTo>
                  <a:close/>
                </a:path>
              </a:pathLst>
            </a:custGeom>
            <a:solidFill>
              <a:srgbClr val="00D9C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898843" y="5033134"/>
            <a:ext cx="1644301" cy="343167"/>
            <a:chOff x="0" y="0"/>
            <a:chExt cx="2192401" cy="45755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92407" cy="457557"/>
            </a:xfrm>
            <a:custGeom>
              <a:avLst/>
              <a:gdLst/>
              <a:ahLst/>
              <a:cxnLst/>
              <a:rect r="r" b="b" t="t" l="l"/>
              <a:pathLst>
                <a:path h="457557" w="2192407">
                  <a:moveTo>
                    <a:pt x="0" y="0"/>
                  </a:moveTo>
                  <a:lnTo>
                    <a:pt x="2192407" y="0"/>
                  </a:lnTo>
                  <a:lnTo>
                    <a:pt x="2192407" y="457557"/>
                  </a:lnTo>
                  <a:lnTo>
                    <a:pt x="0" y="4575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192401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 b="true">
                  <a:solidFill>
                    <a:srgbClr val="1A1F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CLOVERSHIELD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212519" y="5547884"/>
            <a:ext cx="3031246" cy="457562"/>
            <a:chOff x="0" y="0"/>
            <a:chExt cx="4041661" cy="61008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041656" cy="610077"/>
            </a:xfrm>
            <a:custGeom>
              <a:avLst/>
              <a:gdLst/>
              <a:ahLst/>
              <a:cxnLst/>
              <a:rect r="r" b="b" t="t" l="l"/>
              <a:pathLst>
                <a:path h="610077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4041661" cy="6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High Privacy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212519" y="6062634"/>
            <a:ext cx="3031246" cy="457562"/>
            <a:chOff x="0" y="0"/>
            <a:chExt cx="4041661" cy="61008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041656" cy="610077"/>
            </a:xfrm>
            <a:custGeom>
              <a:avLst/>
              <a:gdLst/>
              <a:ahLst/>
              <a:cxnLst/>
              <a:rect r="r" b="b" t="t" l="l"/>
              <a:pathLst>
                <a:path h="610077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4041661" cy="6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High AI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837239" y="7349519"/>
            <a:ext cx="2445010" cy="514750"/>
            <a:chOff x="0" y="0"/>
            <a:chExt cx="3260014" cy="68633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260015" cy="686336"/>
            </a:xfrm>
            <a:custGeom>
              <a:avLst/>
              <a:gdLst/>
              <a:ahLst/>
              <a:cxnLst/>
              <a:rect r="r" b="b" t="t" l="l"/>
              <a:pathLst>
                <a:path h="686336" w="3260015">
                  <a:moveTo>
                    <a:pt x="0" y="0"/>
                  </a:moveTo>
                  <a:lnTo>
                    <a:pt x="3260015" y="0"/>
                  </a:lnTo>
                  <a:lnTo>
                    <a:pt x="3260015" y="686336"/>
                  </a:lnTo>
                  <a:lnTo>
                    <a:pt x="0" y="6863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3260014" cy="71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2"/>
                </a:lnSpc>
              </a:pPr>
              <a:r>
                <a:rPr lang="en-US" sz="2693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100%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837239" y="7921466"/>
            <a:ext cx="2445010" cy="228781"/>
            <a:chOff x="0" y="0"/>
            <a:chExt cx="3260014" cy="30504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260015" cy="305038"/>
            </a:xfrm>
            <a:custGeom>
              <a:avLst/>
              <a:gdLst/>
              <a:ahLst/>
              <a:cxnLst/>
              <a:rect r="r" b="b" t="t" l="l"/>
              <a:pathLst>
                <a:path h="305038" w="3260015">
                  <a:moveTo>
                    <a:pt x="0" y="0"/>
                  </a:moveTo>
                  <a:lnTo>
                    <a:pt x="3260015" y="0"/>
                  </a:lnTo>
                  <a:lnTo>
                    <a:pt x="3260015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3260014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BD Laws Compliant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511021" y="7349519"/>
            <a:ext cx="2445010" cy="562283"/>
            <a:chOff x="0" y="0"/>
            <a:chExt cx="3260014" cy="7497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260015" cy="749714"/>
            </a:xfrm>
            <a:custGeom>
              <a:avLst/>
              <a:gdLst/>
              <a:ahLst/>
              <a:cxnLst/>
              <a:rect r="r" b="b" t="t" l="l"/>
              <a:pathLst>
                <a:path h="749714" w="3260015">
                  <a:moveTo>
                    <a:pt x="0" y="0"/>
                  </a:moveTo>
                  <a:lnTo>
                    <a:pt x="3260015" y="0"/>
                  </a:lnTo>
                  <a:lnTo>
                    <a:pt x="3260015" y="749714"/>
                  </a:lnTo>
                  <a:lnTo>
                    <a:pt x="0" y="749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3260014" cy="77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2"/>
                </a:lnSpc>
              </a:pPr>
              <a:r>
                <a:rPr lang="en-US" sz="2693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Hybrid Engine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5170506" y="7349519"/>
            <a:ext cx="2445010" cy="514750"/>
            <a:chOff x="0" y="0"/>
            <a:chExt cx="3260014" cy="68633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260015" cy="686336"/>
            </a:xfrm>
            <a:custGeom>
              <a:avLst/>
              <a:gdLst/>
              <a:ahLst/>
              <a:cxnLst/>
              <a:rect r="r" b="b" t="t" l="l"/>
              <a:pathLst>
                <a:path h="686336" w="3260015">
                  <a:moveTo>
                    <a:pt x="0" y="0"/>
                  </a:moveTo>
                  <a:lnTo>
                    <a:pt x="3260015" y="0"/>
                  </a:lnTo>
                  <a:lnTo>
                    <a:pt x="3260015" y="686336"/>
                  </a:lnTo>
                  <a:lnTo>
                    <a:pt x="0" y="6863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3260014" cy="71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2"/>
                </a:lnSpc>
              </a:pPr>
              <a:r>
                <a:rPr lang="en-US" sz="2693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BFIU Ready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5170506" y="7921466"/>
            <a:ext cx="2445010" cy="228781"/>
            <a:chOff x="0" y="0"/>
            <a:chExt cx="3260014" cy="30504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260015" cy="305038"/>
            </a:xfrm>
            <a:custGeom>
              <a:avLst/>
              <a:gdLst/>
              <a:ahLst/>
              <a:cxnLst/>
              <a:rect r="r" b="b" t="t" l="l"/>
              <a:pathLst>
                <a:path h="305038" w="3260015">
                  <a:moveTo>
                    <a:pt x="0" y="0"/>
                  </a:moveTo>
                  <a:lnTo>
                    <a:pt x="3260015" y="0"/>
                  </a:lnTo>
                  <a:lnTo>
                    <a:pt x="3260015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3260014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Compliance</a:t>
              </a: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7800680" y="6144139"/>
            <a:ext cx="296447" cy="296447"/>
          </a:xfrm>
          <a:custGeom>
            <a:avLst/>
            <a:gdLst/>
            <a:ahLst/>
            <a:cxnLst/>
            <a:rect r="r" b="b" t="t" l="l"/>
            <a:pathLst>
              <a:path h="296447" w="296447">
                <a:moveTo>
                  <a:pt x="0" y="0"/>
                </a:moveTo>
                <a:lnTo>
                  <a:pt x="296446" y="0"/>
                </a:lnTo>
                <a:lnTo>
                  <a:pt x="296446" y="296447"/>
                </a:lnTo>
                <a:lnTo>
                  <a:pt x="0" y="296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1028700" y="5824542"/>
            <a:ext cx="1838872" cy="31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b="true" sz="181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</a:t>
            </a:r>
            <a:r>
              <a:rPr lang="en-US" b="true" sz="181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Requirements</a:t>
            </a:r>
          </a:p>
        </p:txBody>
      </p:sp>
      <p:grpSp>
        <p:nvGrpSpPr>
          <p:cNvPr name="Group 111" id="111"/>
          <p:cNvGrpSpPr/>
          <p:nvPr/>
        </p:nvGrpSpPr>
        <p:grpSpPr>
          <a:xfrm rot="-5400000">
            <a:off x="127721" y="7722060"/>
            <a:ext cx="1315479" cy="198272"/>
            <a:chOff x="0" y="0"/>
            <a:chExt cx="1753972" cy="26436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753997" cy="264414"/>
            </a:xfrm>
            <a:custGeom>
              <a:avLst/>
              <a:gdLst/>
              <a:ahLst/>
              <a:cxnLst/>
              <a:rect r="r" b="b" t="t" l="l"/>
              <a:pathLst>
                <a:path h="264414" w="1753997">
                  <a:moveTo>
                    <a:pt x="132207" y="0"/>
                  </a:moveTo>
                  <a:lnTo>
                    <a:pt x="1621790" y="0"/>
                  </a:lnTo>
                  <a:cubicBezTo>
                    <a:pt x="1694815" y="0"/>
                    <a:pt x="1753997" y="59182"/>
                    <a:pt x="1753997" y="132207"/>
                  </a:cubicBezTo>
                  <a:lnTo>
                    <a:pt x="1753997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F8717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3" id="113"/>
          <p:cNvSpPr txBox="true"/>
          <p:nvPr/>
        </p:nvSpPr>
        <p:spPr>
          <a:xfrm rot="0">
            <a:off x="12511021" y="7964574"/>
            <a:ext cx="2445010" cy="18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8"/>
              </a:lnSpc>
              <a:spcBef>
                <a:spcPct val="0"/>
              </a:spcBef>
            </a:pPr>
            <a:r>
              <a:rPr lang="en-US" b="true" sz="10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AI+ Policy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8983" y="-885693"/>
            <a:ext cx="11352857" cy="11180732"/>
            <a:chOff x="0" y="0"/>
            <a:chExt cx="15137143" cy="14907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37130" cy="14907588"/>
            </a:xfrm>
            <a:custGeom>
              <a:avLst/>
              <a:gdLst/>
              <a:ahLst/>
              <a:cxnLst/>
              <a:rect r="r" b="b" t="t" l="l"/>
              <a:pathLst>
                <a:path h="14907588" w="15137130">
                  <a:moveTo>
                    <a:pt x="0" y="0"/>
                  </a:moveTo>
                  <a:lnTo>
                    <a:pt x="15137130" y="0"/>
                  </a:lnTo>
                  <a:lnTo>
                    <a:pt x="15137130" y="14907588"/>
                  </a:lnTo>
                  <a:lnTo>
                    <a:pt x="0" y="14907588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201" y="-6201"/>
            <a:ext cx="6961375" cy="10307431"/>
            <a:chOff x="0" y="0"/>
            <a:chExt cx="9281833" cy="137432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255" y="8255"/>
              <a:ext cx="926528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265285">
                  <a:moveTo>
                    <a:pt x="0" y="0"/>
                  </a:moveTo>
                  <a:lnTo>
                    <a:pt x="9265285" y="0"/>
                  </a:lnTo>
                  <a:lnTo>
                    <a:pt x="926528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F3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1795" cy="13743178"/>
            </a:xfrm>
            <a:custGeom>
              <a:avLst/>
              <a:gdLst/>
              <a:ahLst/>
              <a:cxnLst/>
              <a:rect r="r" b="b" t="t" l="l"/>
              <a:pathLst>
                <a:path h="13743178" w="9281795">
                  <a:moveTo>
                    <a:pt x="8255" y="0"/>
                  </a:moveTo>
                  <a:lnTo>
                    <a:pt x="9273540" y="0"/>
                  </a:lnTo>
                  <a:cubicBezTo>
                    <a:pt x="9278112" y="0"/>
                    <a:pt x="9281795" y="3683"/>
                    <a:pt x="9281795" y="8255"/>
                  </a:cubicBezTo>
                  <a:lnTo>
                    <a:pt x="9281795" y="13734923"/>
                  </a:lnTo>
                  <a:cubicBezTo>
                    <a:pt x="9281795" y="13739495"/>
                    <a:pt x="9278112" y="13743178"/>
                    <a:pt x="9273540" y="13743178"/>
                  </a:cubicBezTo>
                  <a:lnTo>
                    <a:pt x="8255" y="13743178"/>
                  </a:lnTo>
                  <a:cubicBezTo>
                    <a:pt x="3683" y="13743178"/>
                    <a:pt x="0" y="13739495"/>
                    <a:pt x="0" y="13734923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3734923"/>
                  </a:lnTo>
                  <a:lnTo>
                    <a:pt x="8255" y="13734923"/>
                  </a:lnTo>
                  <a:lnTo>
                    <a:pt x="8255" y="13726668"/>
                  </a:lnTo>
                  <a:lnTo>
                    <a:pt x="9273540" y="13726668"/>
                  </a:lnTo>
                  <a:lnTo>
                    <a:pt x="9273540" y="13734923"/>
                  </a:lnTo>
                  <a:lnTo>
                    <a:pt x="9265285" y="13734923"/>
                  </a:lnTo>
                  <a:lnTo>
                    <a:pt x="9265285" y="8255"/>
                  </a:lnTo>
                  <a:lnTo>
                    <a:pt x="9273540" y="8255"/>
                  </a:lnTo>
                  <a:lnTo>
                    <a:pt x="9273540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1F293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6314" y="686333"/>
            <a:ext cx="915095" cy="57198"/>
            <a:chOff x="0" y="0"/>
            <a:chExt cx="1220127" cy="76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0089" cy="76200"/>
            </a:xfrm>
            <a:custGeom>
              <a:avLst/>
              <a:gdLst/>
              <a:ahLst/>
              <a:cxnLst/>
              <a:rect r="r" b="b" t="t" l="l"/>
              <a:pathLst>
                <a:path h="76200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D9C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86314" y="972312"/>
            <a:ext cx="5562048" cy="829323"/>
            <a:chOff x="0" y="0"/>
            <a:chExt cx="7416063" cy="11057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16058" cy="1105764"/>
            </a:xfrm>
            <a:custGeom>
              <a:avLst/>
              <a:gdLst/>
              <a:ahLst/>
              <a:cxnLst/>
              <a:rect r="r" b="b" t="t" l="l"/>
              <a:pathLst>
                <a:path h="1105764" w="7416058">
                  <a:moveTo>
                    <a:pt x="0" y="0"/>
                  </a:moveTo>
                  <a:lnTo>
                    <a:pt x="7416058" y="0"/>
                  </a:lnTo>
                  <a:lnTo>
                    <a:pt x="7416058" y="1105764"/>
                  </a:lnTo>
                  <a:lnTo>
                    <a:pt x="0" y="1105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416063" cy="1124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SOVEREIGN</a:t>
              </a:r>
            </a:p>
            <a:p>
              <a:pPr algn="l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6314" y="1916020"/>
            <a:ext cx="5562048" cy="285969"/>
            <a:chOff x="0" y="0"/>
            <a:chExt cx="7416063" cy="3812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16058" cy="381296"/>
            </a:xfrm>
            <a:custGeom>
              <a:avLst/>
              <a:gdLst/>
              <a:ahLst/>
              <a:cxnLst/>
              <a:rect r="r" b="b" t="t" l="l"/>
              <a:pathLst>
                <a:path h="381296" w="7416058">
                  <a:moveTo>
                    <a:pt x="0" y="0"/>
                  </a:moveTo>
                  <a:lnTo>
                    <a:pt x="7416058" y="0"/>
                  </a:lnTo>
                  <a:lnTo>
                    <a:pt x="7416058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416063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YOUR DATA, YOUR RULES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6314" y="2659551"/>
            <a:ext cx="5562048" cy="1201093"/>
            <a:chOff x="0" y="0"/>
            <a:chExt cx="7416063" cy="16014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16038" cy="1601470"/>
            </a:xfrm>
            <a:custGeom>
              <a:avLst/>
              <a:gdLst/>
              <a:ahLst/>
              <a:cxnLst/>
              <a:rect r="r" b="b" t="t" l="l"/>
              <a:pathLst>
                <a:path h="1601470" w="7416038">
                  <a:moveTo>
                    <a:pt x="0" y="0"/>
                  </a:moveTo>
                  <a:lnTo>
                    <a:pt x="7416038" y="0"/>
                  </a:lnTo>
                  <a:lnTo>
                    <a:pt x="7416038" y="1601470"/>
                  </a:lnTo>
                  <a:lnTo>
                    <a:pt x="0" y="1601470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-5400000">
            <a:off x="184909" y="3160957"/>
            <a:ext cx="1201093" cy="198272"/>
            <a:chOff x="0" y="0"/>
            <a:chExt cx="1601457" cy="2643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01470" cy="264414"/>
            </a:xfrm>
            <a:custGeom>
              <a:avLst/>
              <a:gdLst/>
              <a:ahLst/>
              <a:cxnLst/>
              <a:rect r="r" b="b" t="t" l="l"/>
              <a:pathLst>
                <a:path h="264414" w="1601470">
                  <a:moveTo>
                    <a:pt x="132207" y="0"/>
                  </a:moveTo>
                  <a:lnTo>
                    <a:pt x="1469263" y="0"/>
                  </a:lnTo>
                  <a:cubicBezTo>
                    <a:pt x="1542288" y="0"/>
                    <a:pt x="1601470" y="59182"/>
                    <a:pt x="1601470" y="132207"/>
                  </a:cubicBezTo>
                  <a:lnTo>
                    <a:pt x="1601470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image.png"/>
          <p:cNvSpPr/>
          <p:nvPr/>
        </p:nvSpPr>
        <p:spPr>
          <a:xfrm flipH="false" flipV="false" rot="0">
            <a:off x="1029481" y="3129267"/>
            <a:ext cx="343157" cy="261661"/>
          </a:xfrm>
          <a:custGeom>
            <a:avLst/>
            <a:gdLst/>
            <a:ahLst/>
            <a:cxnLst/>
            <a:rect r="r" b="b" t="t" l="l"/>
            <a:pathLst>
              <a:path h="261661" w="343157">
                <a:moveTo>
                  <a:pt x="0" y="0"/>
                </a:moveTo>
                <a:lnTo>
                  <a:pt x="343157" y="0"/>
                </a:lnTo>
                <a:lnTo>
                  <a:pt x="343157" y="261662"/>
                </a:lnTo>
                <a:lnTo>
                  <a:pt x="0" y="26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544222" y="2945521"/>
            <a:ext cx="2545099" cy="400364"/>
            <a:chOff x="0" y="0"/>
            <a:chExt cx="3393465" cy="533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93465" cy="533815"/>
            </a:xfrm>
            <a:custGeom>
              <a:avLst/>
              <a:gdLst/>
              <a:ahLst/>
              <a:cxnLst/>
              <a:rect r="r" b="b" t="t" l="l"/>
              <a:pathLst>
                <a:path h="533815" w="3393465">
                  <a:moveTo>
                    <a:pt x="0" y="0"/>
                  </a:moveTo>
                  <a:lnTo>
                    <a:pt x="3393465" y="0"/>
                  </a:lnTo>
                  <a:lnTo>
                    <a:pt x="3393465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3393465" cy="619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Real-Time Detection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4222" y="3345885"/>
            <a:ext cx="2545099" cy="228781"/>
            <a:chOff x="0" y="0"/>
            <a:chExt cx="3393465" cy="3050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93465" cy="305038"/>
            </a:xfrm>
            <a:custGeom>
              <a:avLst/>
              <a:gdLst/>
              <a:ahLst/>
              <a:cxnLst/>
              <a:rect r="r" b="b" t="t" l="l"/>
              <a:pathLst>
                <a:path h="305038" w="3393465">
                  <a:moveTo>
                    <a:pt x="0" y="0"/>
                  </a:moveTo>
                  <a:lnTo>
                    <a:pt x="3393465" y="0"/>
                  </a:lnTo>
                  <a:lnTo>
                    <a:pt x="3393465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393465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Models trained on your 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6314" y="4089416"/>
            <a:ext cx="5562048" cy="1201093"/>
            <a:chOff x="0" y="0"/>
            <a:chExt cx="7416063" cy="16014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16038" cy="1601470"/>
            </a:xfrm>
            <a:custGeom>
              <a:avLst/>
              <a:gdLst/>
              <a:ahLst/>
              <a:cxnLst/>
              <a:rect r="r" b="b" t="t" l="l"/>
              <a:pathLst>
                <a:path h="1601470" w="7416038">
                  <a:moveTo>
                    <a:pt x="0" y="0"/>
                  </a:moveTo>
                  <a:lnTo>
                    <a:pt x="7416038" y="0"/>
                  </a:lnTo>
                  <a:lnTo>
                    <a:pt x="7416038" y="1601470"/>
                  </a:lnTo>
                  <a:lnTo>
                    <a:pt x="0" y="1601470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-5400000">
            <a:off x="184909" y="4590831"/>
            <a:ext cx="1201093" cy="198272"/>
            <a:chOff x="0" y="0"/>
            <a:chExt cx="1601457" cy="2643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01470" cy="264414"/>
            </a:xfrm>
            <a:custGeom>
              <a:avLst/>
              <a:gdLst/>
              <a:ahLst/>
              <a:cxnLst/>
              <a:rect r="r" b="b" t="t" l="l"/>
              <a:pathLst>
                <a:path h="264414" w="1601470">
                  <a:moveTo>
                    <a:pt x="132207" y="0"/>
                  </a:moveTo>
                  <a:lnTo>
                    <a:pt x="1469263" y="0"/>
                  </a:lnTo>
                  <a:cubicBezTo>
                    <a:pt x="1542288" y="0"/>
                    <a:pt x="1601470" y="59182"/>
                    <a:pt x="1601470" y="132207"/>
                  </a:cubicBezTo>
                  <a:lnTo>
                    <a:pt x="1601470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0" id="30" descr="image.png"/>
          <p:cNvSpPr/>
          <p:nvPr/>
        </p:nvSpPr>
        <p:spPr>
          <a:xfrm flipH="false" flipV="false" rot="0">
            <a:off x="1029481" y="4522670"/>
            <a:ext cx="343157" cy="334585"/>
          </a:xfrm>
          <a:custGeom>
            <a:avLst/>
            <a:gdLst/>
            <a:ahLst/>
            <a:cxnLst/>
            <a:rect r="r" b="b" t="t" l="l"/>
            <a:pathLst>
              <a:path h="334585" w="343157">
                <a:moveTo>
                  <a:pt x="0" y="0"/>
                </a:moveTo>
                <a:lnTo>
                  <a:pt x="343157" y="0"/>
                </a:lnTo>
                <a:lnTo>
                  <a:pt x="343157" y="334585"/>
                </a:lnTo>
                <a:lnTo>
                  <a:pt x="0" y="334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0" r="-1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544222" y="4375394"/>
            <a:ext cx="2773871" cy="400364"/>
            <a:chOff x="0" y="0"/>
            <a:chExt cx="3698494" cy="5338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98496" cy="533815"/>
            </a:xfrm>
            <a:custGeom>
              <a:avLst/>
              <a:gdLst/>
              <a:ahLst/>
              <a:cxnLst/>
              <a:rect r="r" b="b" t="t" l="l"/>
              <a:pathLst>
                <a:path h="533815" w="3698496">
                  <a:moveTo>
                    <a:pt x="0" y="0"/>
                  </a:moveTo>
                  <a:lnTo>
                    <a:pt x="3698496" y="0"/>
                  </a:lnTo>
                  <a:lnTo>
                    <a:pt x="3698496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3698494" cy="619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Network Investigation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44222" y="4775759"/>
            <a:ext cx="2773871" cy="228781"/>
            <a:chOff x="0" y="0"/>
            <a:chExt cx="3698494" cy="30504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98496" cy="305038"/>
            </a:xfrm>
            <a:custGeom>
              <a:avLst/>
              <a:gdLst/>
              <a:ahLst/>
              <a:cxnLst/>
              <a:rect r="r" b="b" t="t" l="l"/>
              <a:pathLst>
                <a:path h="305038" w="3698496">
                  <a:moveTo>
                    <a:pt x="0" y="0"/>
                  </a:moveTo>
                  <a:lnTo>
                    <a:pt x="3698496" y="0"/>
                  </a:lnTo>
                  <a:lnTo>
                    <a:pt x="3698496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698494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Visualize money laundering rings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6314" y="5519290"/>
            <a:ext cx="5562048" cy="1201093"/>
            <a:chOff x="0" y="0"/>
            <a:chExt cx="7416063" cy="16014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16038" cy="1601470"/>
            </a:xfrm>
            <a:custGeom>
              <a:avLst/>
              <a:gdLst/>
              <a:ahLst/>
              <a:cxnLst/>
              <a:rect r="r" b="b" t="t" l="l"/>
              <a:pathLst>
                <a:path h="1601470" w="7416038">
                  <a:moveTo>
                    <a:pt x="0" y="0"/>
                  </a:moveTo>
                  <a:lnTo>
                    <a:pt x="7416038" y="0"/>
                  </a:lnTo>
                  <a:lnTo>
                    <a:pt x="7416038" y="1601470"/>
                  </a:lnTo>
                  <a:lnTo>
                    <a:pt x="0" y="1601470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-5400000">
            <a:off x="184909" y="6020695"/>
            <a:ext cx="1201093" cy="198272"/>
            <a:chOff x="0" y="0"/>
            <a:chExt cx="1601457" cy="2643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01470" cy="264414"/>
            </a:xfrm>
            <a:custGeom>
              <a:avLst/>
              <a:gdLst/>
              <a:ahLst/>
              <a:cxnLst/>
              <a:rect r="r" b="b" t="t" l="l"/>
              <a:pathLst>
                <a:path h="264414" w="1601470">
                  <a:moveTo>
                    <a:pt x="132207" y="0"/>
                  </a:moveTo>
                  <a:lnTo>
                    <a:pt x="1469263" y="0"/>
                  </a:lnTo>
                  <a:cubicBezTo>
                    <a:pt x="1542288" y="0"/>
                    <a:pt x="1601470" y="59182"/>
                    <a:pt x="1601470" y="132207"/>
                  </a:cubicBezTo>
                  <a:lnTo>
                    <a:pt x="1601470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1" id="41" descr="image.png"/>
          <p:cNvSpPr/>
          <p:nvPr/>
        </p:nvSpPr>
        <p:spPr>
          <a:xfrm flipH="false" flipV="false" rot="0">
            <a:off x="1029481" y="5995435"/>
            <a:ext cx="343157" cy="248793"/>
          </a:xfrm>
          <a:custGeom>
            <a:avLst/>
            <a:gdLst/>
            <a:ahLst/>
            <a:cxnLst/>
            <a:rect r="r" b="b" t="t" l="l"/>
            <a:pathLst>
              <a:path h="248793" w="343157">
                <a:moveTo>
                  <a:pt x="0" y="0"/>
                </a:moveTo>
                <a:lnTo>
                  <a:pt x="343157" y="0"/>
                </a:lnTo>
                <a:lnTo>
                  <a:pt x="343157" y="248793"/>
                </a:lnTo>
                <a:lnTo>
                  <a:pt x="0" y="248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544222" y="5805259"/>
            <a:ext cx="1901676" cy="400364"/>
            <a:chOff x="0" y="0"/>
            <a:chExt cx="2535568" cy="5338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35567" cy="533815"/>
            </a:xfrm>
            <a:custGeom>
              <a:avLst/>
              <a:gdLst/>
              <a:ahLst/>
              <a:cxnLst/>
              <a:rect r="r" b="b" t="t" l="l"/>
              <a:pathLst>
                <a:path h="533815" w="2535567">
                  <a:moveTo>
                    <a:pt x="0" y="0"/>
                  </a:moveTo>
                  <a:lnTo>
                    <a:pt x="2535567" y="0"/>
                  </a:lnTo>
                  <a:lnTo>
                    <a:pt x="2535567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2535568" cy="619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Rule Sandbox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44222" y="6205623"/>
            <a:ext cx="1901676" cy="228781"/>
            <a:chOff x="0" y="0"/>
            <a:chExt cx="2535568" cy="30504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35567" cy="305038"/>
            </a:xfrm>
            <a:custGeom>
              <a:avLst/>
              <a:gdLst/>
              <a:ahLst/>
              <a:cxnLst/>
              <a:rect r="r" b="b" t="t" l="l"/>
              <a:pathLst>
                <a:path h="305038" w="2535567">
                  <a:moveTo>
                    <a:pt x="0" y="0"/>
                  </a:moveTo>
                  <a:lnTo>
                    <a:pt x="2535567" y="0"/>
                  </a:lnTo>
                  <a:lnTo>
                    <a:pt x="2535567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535568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Backtest policies safely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86314" y="6949154"/>
            <a:ext cx="5562048" cy="1201093"/>
            <a:chOff x="0" y="0"/>
            <a:chExt cx="7416063" cy="160145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416038" cy="1601470"/>
            </a:xfrm>
            <a:custGeom>
              <a:avLst/>
              <a:gdLst/>
              <a:ahLst/>
              <a:cxnLst/>
              <a:rect r="r" b="b" t="t" l="l"/>
              <a:pathLst>
                <a:path h="1601470" w="7416038">
                  <a:moveTo>
                    <a:pt x="0" y="0"/>
                  </a:moveTo>
                  <a:lnTo>
                    <a:pt x="7416038" y="0"/>
                  </a:lnTo>
                  <a:lnTo>
                    <a:pt x="7416038" y="1601470"/>
                  </a:lnTo>
                  <a:lnTo>
                    <a:pt x="0" y="1601470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0" id="50"/>
          <p:cNvGrpSpPr/>
          <p:nvPr/>
        </p:nvGrpSpPr>
        <p:grpSpPr>
          <a:xfrm rot="-5400000">
            <a:off x="184909" y="7450560"/>
            <a:ext cx="1201093" cy="198272"/>
            <a:chOff x="0" y="0"/>
            <a:chExt cx="1601457" cy="2643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01470" cy="264414"/>
            </a:xfrm>
            <a:custGeom>
              <a:avLst/>
              <a:gdLst/>
              <a:ahLst/>
              <a:cxnLst/>
              <a:rect r="r" b="b" t="t" l="l"/>
              <a:pathLst>
                <a:path h="264414" w="1601470">
                  <a:moveTo>
                    <a:pt x="132207" y="0"/>
                  </a:moveTo>
                  <a:lnTo>
                    <a:pt x="1469263" y="0"/>
                  </a:lnTo>
                  <a:cubicBezTo>
                    <a:pt x="1542288" y="0"/>
                    <a:pt x="1601470" y="59182"/>
                    <a:pt x="1601470" y="132207"/>
                  </a:cubicBezTo>
                  <a:lnTo>
                    <a:pt x="1601470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2" id="52" descr="image.png"/>
          <p:cNvSpPr/>
          <p:nvPr/>
        </p:nvSpPr>
        <p:spPr>
          <a:xfrm flipH="false" flipV="false" rot="0">
            <a:off x="1029481" y="7386695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544222" y="7235123"/>
            <a:ext cx="2473604" cy="400364"/>
            <a:chOff x="0" y="0"/>
            <a:chExt cx="3298139" cy="5338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98143" cy="533815"/>
            </a:xfrm>
            <a:custGeom>
              <a:avLst/>
              <a:gdLst/>
              <a:ahLst/>
              <a:cxnLst/>
              <a:rect r="r" b="b" t="t" l="l"/>
              <a:pathLst>
                <a:path h="533815" w="3298143">
                  <a:moveTo>
                    <a:pt x="0" y="0"/>
                  </a:moveTo>
                  <a:lnTo>
                    <a:pt x="3298143" y="0"/>
                  </a:lnTo>
                  <a:lnTo>
                    <a:pt x="3298143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3298139" cy="619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Compliance Built-In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44222" y="7635488"/>
            <a:ext cx="2473604" cy="228781"/>
            <a:chOff x="0" y="0"/>
            <a:chExt cx="3298139" cy="30504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98143" cy="305038"/>
            </a:xfrm>
            <a:custGeom>
              <a:avLst/>
              <a:gdLst/>
              <a:ahLst/>
              <a:cxnLst/>
              <a:rect r="r" b="b" t="t" l="l"/>
              <a:pathLst>
                <a:path h="305038" w="3298143">
                  <a:moveTo>
                    <a:pt x="0" y="0"/>
                  </a:moveTo>
                  <a:lnTo>
                    <a:pt x="3298143" y="0"/>
                  </a:lnTo>
                  <a:lnTo>
                    <a:pt x="3298143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298139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Audit logs • BFIU SAR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635297" y="686333"/>
            <a:ext cx="9980219" cy="228781"/>
            <a:chOff x="0" y="0"/>
            <a:chExt cx="13306958" cy="30504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306961" cy="305038"/>
            </a:xfrm>
            <a:custGeom>
              <a:avLst/>
              <a:gdLst/>
              <a:ahLst/>
              <a:cxnLst/>
              <a:rect r="r" b="b" t="t" l="l"/>
              <a:pathLst>
                <a:path h="305038" w="13306961">
                  <a:moveTo>
                    <a:pt x="0" y="0"/>
                  </a:moveTo>
                  <a:lnTo>
                    <a:pt x="13306961" y="0"/>
                  </a:lnTo>
                  <a:lnTo>
                    <a:pt x="13306961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3306958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ON-PREMISE ARCHITECTURE</a:t>
              </a:r>
            </a:p>
          </p:txBody>
        </p:sp>
      </p:grpSp>
      <p:sp>
        <p:nvSpPr>
          <p:cNvPr name="Freeform 62" id="62" descr="image.png"/>
          <p:cNvSpPr/>
          <p:nvPr/>
        </p:nvSpPr>
        <p:spPr>
          <a:xfrm flipH="false" flipV="false" rot="0">
            <a:off x="7978454" y="4497648"/>
            <a:ext cx="343157" cy="270243"/>
          </a:xfrm>
          <a:custGeom>
            <a:avLst/>
            <a:gdLst/>
            <a:ahLst/>
            <a:cxnLst/>
            <a:rect r="r" b="b" t="t" l="l"/>
            <a:pathLst>
              <a:path h="270243" w="343157">
                <a:moveTo>
                  <a:pt x="0" y="0"/>
                </a:moveTo>
                <a:lnTo>
                  <a:pt x="343158" y="0"/>
                </a:lnTo>
                <a:lnTo>
                  <a:pt x="343158" y="270243"/>
                </a:lnTo>
                <a:lnTo>
                  <a:pt x="0" y="2702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8436007" y="4489780"/>
            <a:ext cx="829304" cy="327358"/>
            <a:chOff x="0" y="0"/>
            <a:chExt cx="1105738" cy="43647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05736" cy="436481"/>
            </a:xfrm>
            <a:custGeom>
              <a:avLst/>
              <a:gdLst/>
              <a:ahLst/>
              <a:cxnLst/>
              <a:rect r="r" b="b" t="t" l="l"/>
              <a:pathLst>
                <a:path h="436481" w="1105736">
                  <a:moveTo>
                    <a:pt x="0" y="0"/>
                  </a:moveTo>
                  <a:lnTo>
                    <a:pt x="1105736" y="0"/>
                  </a:lnTo>
                  <a:lnTo>
                    <a:pt x="1105736" y="436481"/>
                  </a:lnTo>
                  <a:lnTo>
                    <a:pt x="0" y="436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105738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8717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Cloud AI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978454" y="4918739"/>
            <a:ext cx="4246597" cy="241938"/>
            <a:chOff x="0" y="0"/>
            <a:chExt cx="5662130" cy="3225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62132" cy="322581"/>
            </a:xfrm>
            <a:custGeom>
              <a:avLst/>
              <a:gdLst/>
              <a:ahLst/>
              <a:cxnLst/>
              <a:rect r="r" b="b" t="t" l="l"/>
              <a:pathLst>
                <a:path h="322581" w="5662132">
                  <a:moveTo>
                    <a:pt x="0" y="0"/>
                  </a:moveTo>
                  <a:lnTo>
                    <a:pt x="5662132" y="0"/>
                  </a:lnTo>
                  <a:lnTo>
                    <a:pt x="5662132" y="322581"/>
                  </a:lnTo>
                  <a:lnTo>
                    <a:pt x="0" y="3225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662130" cy="36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1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Data leaves premises • External APIs • Risk</a:t>
              </a:r>
            </a:p>
          </p:txBody>
        </p:sp>
      </p:grpSp>
      <p:sp>
        <p:nvSpPr>
          <p:cNvPr name="Freeform 69" id="69" descr="image.png"/>
          <p:cNvSpPr/>
          <p:nvPr/>
        </p:nvSpPr>
        <p:spPr>
          <a:xfrm flipH="false" flipV="false" rot="0">
            <a:off x="13082959" y="4469768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" t="0" r="-1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3540502" y="4489780"/>
            <a:ext cx="1243955" cy="327358"/>
            <a:chOff x="0" y="0"/>
            <a:chExt cx="1658607" cy="43647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658604" cy="436481"/>
            </a:xfrm>
            <a:custGeom>
              <a:avLst/>
              <a:gdLst/>
              <a:ahLst/>
              <a:cxnLst/>
              <a:rect r="r" b="b" t="t" l="l"/>
              <a:pathLst>
                <a:path h="436481" w="1658604">
                  <a:moveTo>
                    <a:pt x="0" y="0"/>
                  </a:moveTo>
                  <a:lnTo>
                    <a:pt x="1658604" y="0"/>
                  </a:lnTo>
                  <a:lnTo>
                    <a:pt x="1658604" y="436481"/>
                  </a:lnTo>
                  <a:lnTo>
                    <a:pt x="0" y="436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658607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CloverShield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082959" y="4918739"/>
            <a:ext cx="4246597" cy="263742"/>
            <a:chOff x="0" y="0"/>
            <a:chExt cx="5662130" cy="35165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662132" cy="351652"/>
            </a:xfrm>
            <a:custGeom>
              <a:avLst/>
              <a:gdLst/>
              <a:ahLst/>
              <a:cxnLst/>
              <a:rect r="r" b="b" t="t" l="l"/>
              <a:pathLst>
                <a:path h="351652" w="5662132">
                  <a:moveTo>
                    <a:pt x="0" y="0"/>
                  </a:moveTo>
                  <a:lnTo>
                    <a:pt x="5662132" y="0"/>
                  </a:lnTo>
                  <a:lnTo>
                    <a:pt x="5662132" y="351652"/>
                  </a:lnTo>
                  <a:lnTo>
                    <a:pt x="0" y="351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5662130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Inside firewalls • Zero external calls • Safe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629106" y="5656078"/>
            <a:ext cx="3229508" cy="1299277"/>
            <a:chOff x="0" y="0"/>
            <a:chExt cx="4306011" cy="173236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8255" y="8255"/>
              <a:ext cx="4289552" cy="1715897"/>
            </a:xfrm>
            <a:custGeom>
              <a:avLst/>
              <a:gdLst/>
              <a:ahLst/>
              <a:cxnLst/>
              <a:rect r="r" b="b" t="t" l="l"/>
              <a:pathLst>
                <a:path h="1715897" w="4289552">
                  <a:moveTo>
                    <a:pt x="0" y="0"/>
                  </a:moveTo>
                  <a:lnTo>
                    <a:pt x="4289552" y="0"/>
                  </a:lnTo>
                  <a:lnTo>
                    <a:pt x="4289552" y="1715897"/>
                  </a:lnTo>
                  <a:lnTo>
                    <a:pt x="0" y="1715897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06062" cy="1732407"/>
            </a:xfrm>
            <a:custGeom>
              <a:avLst/>
              <a:gdLst/>
              <a:ahLst/>
              <a:cxnLst/>
              <a:rect r="r" b="b" t="t" l="l"/>
              <a:pathLst>
                <a:path h="1732407" w="4306062">
                  <a:moveTo>
                    <a:pt x="8255" y="0"/>
                  </a:moveTo>
                  <a:lnTo>
                    <a:pt x="4297807" y="0"/>
                  </a:lnTo>
                  <a:cubicBezTo>
                    <a:pt x="4302379" y="0"/>
                    <a:pt x="4306062" y="3683"/>
                    <a:pt x="4306062" y="8255"/>
                  </a:cubicBezTo>
                  <a:lnTo>
                    <a:pt x="4306062" y="1724152"/>
                  </a:lnTo>
                  <a:cubicBezTo>
                    <a:pt x="4306062" y="1728724"/>
                    <a:pt x="4302379" y="1732407"/>
                    <a:pt x="4297807" y="1732407"/>
                  </a:cubicBezTo>
                  <a:lnTo>
                    <a:pt x="8255" y="1732407"/>
                  </a:lnTo>
                  <a:cubicBezTo>
                    <a:pt x="3683" y="1732407"/>
                    <a:pt x="0" y="1728724"/>
                    <a:pt x="0" y="1724152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724152"/>
                  </a:lnTo>
                  <a:lnTo>
                    <a:pt x="8255" y="1724152"/>
                  </a:lnTo>
                  <a:lnTo>
                    <a:pt x="8255" y="1715897"/>
                  </a:lnTo>
                  <a:lnTo>
                    <a:pt x="4297807" y="1715897"/>
                  </a:lnTo>
                  <a:lnTo>
                    <a:pt x="4297807" y="1724152"/>
                  </a:lnTo>
                  <a:lnTo>
                    <a:pt x="4289552" y="1724152"/>
                  </a:lnTo>
                  <a:lnTo>
                    <a:pt x="4289552" y="8255"/>
                  </a:lnTo>
                  <a:lnTo>
                    <a:pt x="4297807" y="8255"/>
                  </a:lnTo>
                  <a:lnTo>
                    <a:pt x="4297807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7878366" y="5905348"/>
            <a:ext cx="2730979" cy="562283"/>
            <a:chOff x="0" y="0"/>
            <a:chExt cx="3641306" cy="74971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41303" cy="749714"/>
            </a:xfrm>
            <a:custGeom>
              <a:avLst/>
              <a:gdLst/>
              <a:ahLst/>
              <a:cxnLst/>
              <a:rect r="r" b="b" t="t" l="l"/>
              <a:pathLst>
                <a:path h="749714" w="3641303">
                  <a:moveTo>
                    <a:pt x="0" y="0"/>
                  </a:moveTo>
                  <a:lnTo>
                    <a:pt x="3641303" y="0"/>
                  </a:lnTo>
                  <a:lnTo>
                    <a:pt x="3641303" y="749714"/>
                  </a:lnTo>
                  <a:lnTo>
                    <a:pt x="0" y="749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3641306" cy="77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2"/>
                </a:lnSpc>
              </a:pPr>
              <a:r>
                <a:rPr lang="en-US" sz="2693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&lt;200ms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878366" y="6477295"/>
            <a:ext cx="2730979" cy="228781"/>
            <a:chOff x="0" y="0"/>
            <a:chExt cx="3641306" cy="30504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41303" cy="305038"/>
            </a:xfrm>
            <a:custGeom>
              <a:avLst/>
              <a:gdLst/>
              <a:ahLst/>
              <a:cxnLst/>
              <a:rect r="r" b="b" t="t" l="l"/>
              <a:pathLst>
                <a:path h="305038" w="3641303">
                  <a:moveTo>
                    <a:pt x="0" y="0"/>
                  </a:moveTo>
                  <a:lnTo>
                    <a:pt x="3641303" y="0"/>
                  </a:lnTo>
                  <a:lnTo>
                    <a:pt x="3641303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364130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Latency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017806" y="5656078"/>
            <a:ext cx="3229508" cy="1299277"/>
            <a:chOff x="0" y="0"/>
            <a:chExt cx="4306011" cy="173236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8255" y="8255"/>
              <a:ext cx="4289552" cy="1715897"/>
            </a:xfrm>
            <a:custGeom>
              <a:avLst/>
              <a:gdLst/>
              <a:ahLst/>
              <a:cxnLst/>
              <a:rect r="r" b="b" t="t" l="l"/>
              <a:pathLst>
                <a:path h="1715897" w="4289552">
                  <a:moveTo>
                    <a:pt x="0" y="0"/>
                  </a:moveTo>
                  <a:lnTo>
                    <a:pt x="4289552" y="0"/>
                  </a:lnTo>
                  <a:lnTo>
                    <a:pt x="4289552" y="1715897"/>
                  </a:lnTo>
                  <a:lnTo>
                    <a:pt x="0" y="1715897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306062" cy="1732407"/>
            </a:xfrm>
            <a:custGeom>
              <a:avLst/>
              <a:gdLst/>
              <a:ahLst/>
              <a:cxnLst/>
              <a:rect r="r" b="b" t="t" l="l"/>
              <a:pathLst>
                <a:path h="1732407" w="4306062">
                  <a:moveTo>
                    <a:pt x="8255" y="0"/>
                  </a:moveTo>
                  <a:lnTo>
                    <a:pt x="4297807" y="0"/>
                  </a:lnTo>
                  <a:cubicBezTo>
                    <a:pt x="4302379" y="0"/>
                    <a:pt x="4306062" y="3683"/>
                    <a:pt x="4306062" y="8255"/>
                  </a:cubicBezTo>
                  <a:lnTo>
                    <a:pt x="4306062" y="1724152"/>
                  </a:lnTo>
                  <a:cubicBezTo>
                    <a:pt x="4306062" y="1728724"/>
                    <a:pt x="4302379" y="1732407"/>
                    <a:pt x="4297807" y="1732407"/>
                  </a:cubicBezTo>
                  <a:lnTo>
                    <a:pt x="8255" y="1732407"/>
                  </a:lnTo>
                  <a:cubicBezTo>
                    <a:pt x="3683" y="1732407"/>
                    <a:pt x="0" y="1728724"/>
                    <a:pt x="0" y="1724152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724152"/>
                  </a:lnTo>
                  <a:lnTo>
                    <a:pt x="8255" y="1724152"/>
                  </a:lnTo>
                  <a:lnTo>
                    <a:pt x="8255" y="1715897"/>
                  </a:lnTo>
                  <a:lnTo>
                    <a:pt x="4297807" y="1715897"/>
                  </a:lnTo>
                  <a:lnTo>
                    <a:pt x="4297807" y="1724152"/>
                  </a:lnTo>
                  <a:lnTo>
                    <a:pt x="4289552" y="1724152"/>
                  </a:lnTo>
                  <a:lnTo>
                    <a:pt x="4289552" y="8255"/>
                  </a:lnTo>
                  <a:lnTo>
                    <a:pt x="4297807" y="8255"/>
                  </a:lnTo>
                  <a:lnTo>
                    <a:pt x="4297807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1267075" y="5905348"/>
            <a:ext cx="2730979" cy="514750"/>
            <a:chOff x="0" y="0"/>
            <a:chExt cx="3641306" cy="68633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41303" cy="686336"/>
            </a:xfrm>
            <a:custGeom>
              <a:avLst/>
              <a:gdLst/>
              <a:ahLst/>
              <a:cxnLst/>
              <a:rect r="r" b="b" t="t" l="l"/>
              <a:pathLst>
                <a:path h="686336" w="3641303">
                  <a:moveTo>
                    <a:pt x="0" y="0"/>
                  </a:moveTo>
                  <a:lnTo>
                    <a:pt x="3641303" y="0"/>
                  </a:lnTo>
                  <a:lnTo>
                    <a:pt x="3641303" y="686336"/>
                  </a:lnTo>
                  <a:lnTo>
                    <a:pt x="0" y="6863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3641306" cy="71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2"/>
                </a:lnSpc>
              </a:pPr>
              <a:r>
                <a:rPr lang="en-US" sz="2693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100%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267075" y="6477295"/>
            <a:ext cx="2730979" cy="228781"/>
            <a:chOff x="0" y="0"/>
            <a:chExt cx="3641306" cy="30504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41303" cy="305038"/>
            </a:xfrm>
            <a:custGeom>
              <a:avLst/>
              <a:gdLst/>
              <a:ahLst/>
              <a:cxnLst/>
              <a:rect r="r" b="b" t="t" l="l"/>
              <a:pathLst>
                <a:path h="305038" w="3641303">
                  <a:moveTo>
                    <a:pt x="0" y="0"/>
                  </a:moveTo>
                  <a:lnTo>
                    <a:pt x="3641303" y="0"/>
                  </a:lnTo>
                  <a:lnTo>
                    <a:pt x="3641303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364130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Uptime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392208" y="5656078"/>
            <a:ext cx="3229508" cy="1299277"/>
            <a:chOff x="0" y="0"/>
            <a:chExt cx="4306011" cy="173236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8255" y="8255"/>
              <a:ext cx="4289552" cy="1715897"/>
            </a:xfrm>
            <a:custGeom>
              <a:avLst/>
              <a:gdLst/>
              <a:ahLst/>
              <a:cxnLst/>
              <a:rect r="r" b="b" t="t" l="l"/>
              <a:pathLst>
                <a:path h="1715897" w="4289552">
                  <a:moveTo>
                    <a:pt x="0" y="0"/>
                  </a:moveTo>
                  <a:lnTo>
                    <a:pt x="4289552" y="0"/>
                  </a:lnTo>
                  <a:lnTo>
                    <a:pt x="4289552" y="1715897"/>
                  </a:lnTo>
                  <a:lnTo>
                    <a:pt x="0" y="1715897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306062" cy="1732407"/>
            </a:xfrm>
            <a:custGeom>
              <a:avLst/>
              <a:gdLst/>
              <a:ahLst/>
              <a:cxnLst/>
              <a:rect r="r" b="b" t="t" l="l"/>
              <a:pathLst>
                <a:path h="1732407" w="4306062">
                  <a:moveTo>
                    <a:pt x="8255" y="0"/>
                  </a:moveTo>
                  <a:lnTo>
                    <a:pt x="4297807" y="0"/>
                  </a:lnTo>
                  <a:cubicBezTo>
                    <a:pt x="4302379" y="0"/>
                    <a:pt x="4306062" y="3683"/>
                    <a:pt x="4306062" y="8255"/>
                  </a:cubicBezTo>
                  <a:lnTo>
                    <a:pt x="4306062" y="1724152"/>
                  </a:lnTo>
                  <a:cubicBezTo>
                    <a:pt x="4306062" y="1728724"/>
                    <a:pt x="4302379" y="1732407"/>
                    <a:pt x="4297807" y="1732407"/>
                  </a:cubicBezTo>
                  <a:lnTo>
                    <a:pt x="8255" y="1732407"/>
                  </a:lnTo>
                  <a:cubicBezTo>
                    <a:pt x="3683" y="1732407"/>
                    <a:pt x="0" y="1728724"/>
                    <a:pt x="0" y="1724152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724152"/>
                  </a:lnTo>
                  <a:lnTo>
                    <a:pt x="8255" y="1724152"/>
                  </a:lnTo>
                  <a:lnTo>
                    <a:pt x="8255" y="1715897"/>
                  </a:lnTo>
                  <a:lnTo>
                    <a:pt x="4297807" y="1715897"/>
                  </a:lnTo>
                  <a:lnTo>
                    <a:pt x="4297807" y="1724152"/>
                  </a:lnTo>
                  <a:lnTo>
                    <a:pt x="4289552" y="1724152"/>
                  </a:lnTo>
                  <a:lnTo>
                    <a:pt x="4289552" y="8255"/>
                  </a:lnTo>
                  <a:lnTo>
                    <a:pt x="4297807" y="8255"/>
                  </a:lnTo>
                  <a:lnTo>
                    <a:pt x="4297807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4641468" y="5905348"/>
            <a:ext cx="2730979" cy="514750"/>
            <a:chOff x="0" y="0"/>
            <a:chExt cx="3641306" cy="68633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641303" cy="686336"/>
            </a:xfrm>
            <a:custGeom>
              <a:avLst/>
              <a:gdLst/>
              <a:ahLst/>
              <a:cxnLst/>
              <a:rect r="r" b="b" t="t" l="l"/>
              <a:pathLst>
                <a:path h="686336" w="3641303">
                  <a:moveTo>
                    <a:pt x="0" y="0"/>
                  </a:moveTo>
                  <a:lnTo>
                    <a:pt x="3641303" y="0"/>
                  </a:lnTo>
                  <a:lnTo>
                    <a:pt x="3641303" y="686336"/>
                  </a:lnTo>
                  <a:lnTo>
                    <a:pt x="0" y="6863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3641306" cy="71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2"/>
                </a:lnSpc>
              </a:pPr>
              <a:r>
                <a:rPr lang="en-US" sz="2693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EN+BN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641468" y="6477295"/>
            <a:ext cx="2730979" cy="228781"/>
            <a:chOff x="0" y="0"/>
            <a:chExt cx="3641306" cy="30504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41303" cy="305038"/>
            </a:xfrm>
            <a:custGeom>
              <a:avLst/>
              <a:gdLst/>
              <a:ahLst/>
              <a:cxnLst/>
              <a:rect r="r" b="b" t="t" l="l"/>
              <a:pathLst>
                <a:path h="305038" w="3641303">
                  <a:moveTo>
                    <a:pt x="0" y="0"/>
                  </a:moveTo>
                  <a:lnTo>
                    <a:pt x="3641303" y="0"/>
                  </a:lnTo>
                  <a:lnTo>
                    <a:pt x="3641303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364130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Bilingual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8248969" y="1028700"/>
            <a:ext cx="9010331" cy="3346694"/>
          </a:xfrm>
          <a:custGeom>
            <a:avLst/>
            <a:gdLst/>
            <a:ahLst/>
            <a:cxnLst/>
            <a:rect r="r" b="b" t="t" l="l"/>
            <a:pathLst>
              <a:path h="3346694" w="9010331">
                <a:moveTo>
                  <a:pt x="0" y="0"/>
                </a:moveTo>
                <a:lnTo>
                  <a:pt x="9010331" y="0"/>
                </a:lnTo>
                <a:lnTo>
                  <a:pt x="9010331" y="3346694"/>
                </a:lnTo>
                <a:lnTo>
                  <a:pt x="0" y="33466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01" y="-6201"/>
            <a:ext cx="6961375" cy="10307431"/>
            <a:chOff x="0" y="0"/>
            <a:chExt cx="9281833" cy="137432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255" y="8255"/>
              <a:ext cx="926528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265285">
                  <a:moveTo>
                    <a:pt x="0" y="0"/>
                  </a:moveTo>
                  <a:lnTo>
                    <a:pt x="9265285" y="0"/>
                  </a:lnTo>
                  <a:lnTo>
                    <a:pt x="926528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F3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81795" cy="13743178"/>
            </a:xfrm>
            <a:custGeom>
              <a:avLst/>
              <a:gdLst/>
              <a:ahLst/>
              <a:cxnLst/>
              <a:rect r="r" b="b" t="t" l="l"/>
              <a:pathLst>
                <a:path h="13743178" w="9281795">
                  <a:moveTo>
                    <a:pt x="8255" y="0"/>
                  </a:moveTo>
                  <a:lnTo>
                    <a:pt x="9273540" y="0"/>
                  </a:lnTo>
                  <a:cubicBezTo>
                    <a:pt x="9278112" y="0"/>
                    <a:pt x="9281795" y="3683"/>
                    <a:pt x="9281795" y="8255"/>
                  </a:cubicBezTo>
                  <a:lnTo>
                    <a:pt x="9281795" y="13734923"/>
                  </a:lnTo>
                  <a:cubicBezTo>
                    <a:pt x="9281795" y="13739495"/>
                    <a:pt x="9278112" y="13743178"/>
                    <a:pt x="9273540" y="13743178"/>
                  </a:cubicBezTo>
                  <a:lnTo>
                    <a:pt x="8255" y="13743178"/>
                  </a:lnTo>
                  <a:cubicBezTo>
                    <a:pt x="3683" y="13743178"/>
                    <a:pt x="0" y="13739495"/>
                    <a:pt x="0" y="13734923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3734923"/>
                  </a:lnTo>
                  <a:lnTo>
                    <a:pt x="8255" y="13734923"/>
                  </a:lnTo>
                  <a:lnTo>
                    <a:pt x="8255" y="13726668"/>
                  </a:lnTo>
                  <a:lnTo>
                    <a:pt x="9273540" y="13726668"/>
                  </a:lnTo>
                  <a:lnTo>
                    <a:pt x="9273540" y="13734923"/>
                  </a:lnTo>
                  <a:lnTo>
                    <a:pt x="9265285" y="13734923"/>
                  </a:lnTo>
                  <a:lnTo>
                    <a:pt x="9265285" y="8255"/>
                  </a:lnTo>
                  <a:lnTo>
                    <a:pt x="9273540" y="8255"/>
                  </a:lnTo>
                  <a:lnTo>
                    <a:pt x="9273540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1F293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71929" y="571948"/>
            <a:ext cx="686314" cy="57198"/>
            <a:chOff x="0" y="0"/>
            <a:chExt cx="915086" cy="76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035" cy="76200"/>
            </a:xfrm>
            <a:custGeom>
              <a:avLst/>
              <a:gdLst/>
              <a:ahLst/>
              <a:cxnLst/>
              <a:rect r="r" b="b" t="t" l="l"/>
              <a:pathLst>
                <a:path h="76200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D9C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71929" y="857917"/>
            <a:ext cx="5790819" cy="571948"/>
            <a:chOff x="0" y="0"/>
            <a:chExt cx="7721092" cy="7625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1088" cy="762594"/>
            </a:xfrm>
            <a:custGeom>
              <a:avLst/>
              <a:gdLst/>
              <a:ahLst/>
              <a:cxnLst/>
              <a:rect r="r" b="b" t="t" l="l"/>
              <a:pathLst>
                <a:path h="762594" w="7721088">
                  <a:moveTo>
                    <a:pt x="0" y="0"/>
                  </a:moveTo>
                  <a:lnTo>
                    <a:pt x="7721088" y="0"/>
                  </a:lnTo>
                  <a:lnTo>
                    <a:pt x="7721088" y="762594"/>
                  </a:lnTo>
                  <a:lnTo>
                    <a:pt x="0" y="7625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721092" cy="772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3"/>
                </a:lnSpc>
              </a:pPr>
              <a:r>
                <a:rPr lang="en-US" sz="323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CORE MODULES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929" y="1487062"/>
            <a:ext cx="5790819" cy="285969"/>
            <a:chOff x="0" y="0"/>
            <a:chExt cx="7721092" cy="3812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088" cy="381296"/>
            </a:xfrm>
            <a:custGeom>
              <a:avLst/>
              <a:gdLst/>
              <a:ahLst/>
              <a:cxnLst/>
              <a:rect r="r" b="b" t="t" l="l"/>
              <a:pathLst>
                <a:path h="381296" w="7721088">
                  <a:moveTo>
                    <a:pt x="0" y="0"/>
                  </a:moveTo>
                  <a:lnTo>
                    <a:pt x="7721088" y="0"/>
                  </a:lnTo>
                  <a:lnTo>
                    <a:pt x="7721088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092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Complete Investigation Loop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3345" y="2097615"/>
            <a:ext cx="5827995" cy="1166774"/>
            <a:chOff x="0" y="0"/>
            <a:chExt cx="7770660" cy="15556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4765" y="24765"/>
              <a:ext cx="7721092" cy="1506093"/>
            </a:xfrm>
            <a:custGeom>
              <a:avLst/>
              <a:gdLst/>
              <a:ahLst/>
              <a:cxnLst/>
              <a:rect r="r" b="b" t="t" l="l"/>
              <a:pathLst>
                <a:path h="1506093" w="7721092">
                  <a:moveTo>
                    <a:pt x="0" y="0"/>
                  </a:moveTo>
                  <a:lnTo>
                    <a:pt x="7721092" y="0"/>
                  </a:lnTo>
                  <a:lnTo>
                    <a:pt x="7721092" y="1506093"/>
                  </a:lnTo>
                  <a:lnTo>
                    <a:pt x="0" y="1506093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0622" cy="1555623"/>
            </a:xfrm>
            <a:custGeom>
              <a:avLst/>
              <a:gdLst/>
              <a:ahLst/>
              <a:cxnLst/>
              <a:rect r="r" b="b" t="t" l="l"/>
              <a:pathLst>
                <a:path h="1555623" w="7770622">
                  <a:moveTo>
                    <a:pt x="24765" y="0"/>
                  </a:moveTo>
                  <a:lnTo>
                    <a:pt x="7745857" y="0"/>
                  </a:lnTo>
                  <a:cubicBezTo>
                    <a:pt x="7759573" y="0"/>
                    <a:pt x="7770622" y="11049"/>
                    <a:pt x="7770622" y="24765"/>
                  </a:cubicBezTo>
                  <a:lnTo>
                    <a:pt x="7770622" y="1530858"/>
                  </a:lnTo>
                  <a:cubicBezTo>
                    <a:pt x="7770622" y="1544574"/>
                    <a:pt x="7759573" y="1555623"/>
                    <a:pt x="7745857" y="1555623"/>
                  </a:cubicBezTo>
                  <a:lnTo>
                    <a:pt x="24765" y="1555623"/>
                  </a:lnTo>
                  <a:cubicBezTo>
                    <a:pt x="11049" y="1555623"/>
                    <a:pt x="0" y="1544574"/>
                    <a:pt x="0" y="1530858"/>
                  </a:cubicBezTo>
                  <a:lnTo>
                    <a:pt x="0" y="24765"/>
                  </a:lnTo>
                  <a:cubicBezTo>
                    <a:pt x="0" y="11049"/>
                    <a:pt x="11049" y="0"/>
                    <a:pt x="24765" y="0"/>
                  </a:cubicBezTo>
                  <a:moveTo>
                    <a:pt x="24765" y="49530"/>
                  </a:moveTo>
                  <a:lnTo>
                    <a:pt x="24765" y="24765"/>
                  </a:lnTo>
                  <a:lnTo>
                    <a:pt x="49530" y="24765"/>
                  </a:lnTo>
                  <a:lnTo>
                    <a:pt x="49530" y="1530858"/>
                  </a:lnTo>
                  <a:lnTo>
                    <a:pt x="24765" y="1530858"/>
                  </a:lnTo>
                  <a:lnTo>
                    <a:pt x="24765" y="1506093"/>
                  </a:lnTo>
                  <a:lnTo>
                    <a:pt x="7745857" y="1506093"/>
                  </a:lnTo>
                  <a:lnTo>
                    <a:pt x="7745857" y="1530858"/>
                  </a:lnTo>
                  <a:lnTo>
                    <a:pt x="7721092" y="1530858"/>
                  </a:lnTo>
                  <a:lnTo>
                    <a:pt x="7721092" y="24765"/>
                  </a:lnTo>
                  <a:lnTo>
                    <a:pt x="7745857" y="24765"/>
                  </a:lnTo>
                  <a:lnTo>
                    <a:pt x="7745857" y="49530"/>
                  </a:lnTo>
                  <a:lnTo>
                    <a:pt x="24765" y="4953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6" id="16" descr="image.png"/>
          <p:cNvSpPr/>
          <p:nvPr/>
        </p:nvSpPr>
        <p:spPr>
          <a:xfrm flipH="false" flipV="false" rot="0">
            <a:off x="843601" y="2526573"/>
            <a:ext cx="343157" cy="265957"/>
          </a:xfrm>
          <a:custGeom>
            <a:avLst/>
            <a:gdLst/>
            <a:ahLst/>
            <a:cxnLst/>
            <a:rect r="r" b="b" t="t" l="l"/>
            <a:pathLst>
              <a:path h="265957" w="343157">
                <a:moveTo>
                  <a:pt x="0" y="0"/>
                </a:moveTo>
                <a:lnTo>
                  <a:pt x="343157" y="0"/>
                </a:lnTo>
                <a:lnTo>
                  <a:pt x="343157" y="265957"/>
                </a:lnTo>
                <a:lnTo>
                  <a:pt x="0" y="26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58341" y="2359285"/>
            <a:ext cx="1930270" cy="300276"/>
            <a:chOff x="0" y="0"/>
            <a:chExt cx="2573693" cy="4003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73695" cy="400363"/>
            </a:xfrm>
            <a:custGeom>
              <a:avLst/>
              <a:gdLst/>
              <a:ahLst/>
              <a:cxnLst/>
              <a:rect r="r" b="b" t="t" l="l"/>
              <a:pathLst>
                <a:path h="400363" w="2573695">
                  <a:moveTo>
                    <a:pt x="0" y="0"/>
                  </a:moveTo>
                  <a:lnTo>
                    <a:pt x="2573695" y="0"/>
                  </a:lnTo>
                  <a:lnTo>
                    <a:pt x="2573695" y="400363"/>
                  </a:lnTo>
                  <a:lnTo>
                    <a:pt x="0" y="40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573693" cy="428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9"/>
                </a:lnSpc>
              </a:pPr>
              <a:r>
                <a:rPr lang="en-US" sz="152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Mission Control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58341" y="2716749"/>
            <a:ext cx="1930270" cy="228781"/>
            <a:chOff x="0" y="0"/>
            <a:chExt cx="2573693" cy="3050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73695" cy="305038"/>
            </a:xfrm>
            <a:custGeom>
              <a:avLst/>
              <a:gdLst/>
              <a:ahLst/>
              <a:cxnLst/>
              <a:rect r="r" b="b" t="t" l="l"/>
              <a:pathLst>
                <a:path h="305038" w="2573695">
                  <a:moveTo>
                    <a:pt x="0" y="0"/>
                  </a:moveTo>
                  <a:lnTo>
                    <a:pt x="2573695" y="0"/>
                  </a:lnTo>
                  <a:lnTo>
                    <a:pt x="2573695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573693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00D9C0"/>
                  </a:solidFill>
                  <a:latin typeface="Inter"/>
                  <a:ea typeface="Inter"/>
                  <a:cs typeface="Inter"/>
                  <a:sym typeface="Inter"/>
                </a:rPr>
                <a:t>Real-time Scoring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3345" y="3398796"/>
            <a:ext cx="5827995" cy="1166774"/>
            <a:chOff x="0" y="0"/>
            <a:chExt cx="7770660" cy="15556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4765" y="24765"/>
              <a:ext cx="7721092" cy="1506093"/>
            </a:xfrm>
            <a:custGeom>
              <a:avLst/>
              <a:gdLst/>
              <a:ahLst/>
              <a:cxnLst/>
              <a:rect r="r" b="b" t="t" l="l"/>
              <a:pathLst>
                <a:path h="1506093" w="7721092">
                  <a:moveTo>
                    <a:pt x="0" y="0"/>
                  </a:moveTo>
                  <a:lnTo>
                    <a:pt x="7721092" y="0"/>
                  </a:lnTo>
                  <a:lnTo>
                    <a:pt x="7721092" y="1506093"/>
                  </a:lnTo>
                  <a:lnTo>
                    <a:pt x="0" y="1506093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70622" cy="1555623"/>
            </a:xfrm>
            <a:custGeom>
              <a:avLst/>
              <a:gdLst/>
              <a:ahLst/>
              <a:cxnLst/>
              <a:rect r="r" b="b" t="t" l="l"/>
              <a:pathLst>
                <a:path h="1555623" w="7770622">
                  <a:moveTo>
                    <a:pt x="24765" y="0"/>
                  </a:moveTo>
                  <a:lnTo>
                    <a:pt x="7745857" y="0"/>
                  </a:lnTo>
                  <a:cubicBezTo>
                    <a:pt x="7759573" y="0"/>
                    <a:pt x="7770622" y="11049"/>
                    <a:pt x="7770622" y="24765"/>
                  </a:cubicBezTo>
                  <a:lnTo>
                    <a:pt x="7770622" y="1530858"/>
                  </a:lnTo>
                  <a:cubicBezTo>
                    <a:pt x="7770622" y="1544574"/>
                    <a:pt x="7759573" y="1555623"/>
                    <a:pt x="7745857" y="1555623"/>
                  </a:cubicBezTo>
                  <a:lnTo>
                    <a:pt x="24765" y="1555623"/>
                  </a:lnTo>
                  <a:cubicBezTo>
                    <a:pt x="11049" y="1555623"/>
                    <a:pt x="0" y="1544574"/>
                    <a:pt x="0" y="1530858"/>
                  </a:cubicBezTo>
                  <a:lnTo>
                    <a:pt x="0" y="24765"/>
                  </a:lnTo>
                  <a:cubicBezTo>
                    <a:pt x="0" y="11049"/>
                    <a:pt x="11049" y="0"/>
                    <a:pt x="24765" y="0"/>
                  </a:cubicBezTo>
                  <a:moveTo>
                    <a:pt x="24765" y="49530"/>
                  </a:moveTo>
                  <a:lnTo>
                    <a:pt x="24765" y="24765"/>
                  </a:lnTo>
                  <a:lnTo>
                    <a:pt x="49530" y="24765"/>
                  </a:lnTo>
                  <a:lnTo>
                    <a:pt x="49530" y="1530858"/>
                  </a:lnTo>
                  <a:lnTo>
                    <a:pt x="24765" y="1530858"/>
                  </a:lnTo>
                  <a:lnTo>
                    <a:pt x="24765" y="1506093"/>
                  </a:lnTo>
                  <a:lnTo>
                    <a:pt x="7745857" y="1506093"/>
                  </a:lnTo>
                  <a:lnTo>
                    <a:pt x="7745857" y="1530858"/>
                  </a:lnTo>
                  <a:lnTo>
                    <a:pt x="7721092" y="1530858"/>
                  </a:lnTo>
                  <a:lnTo>
                    <a:pt x="7721092" y="24765"/>
                  </a:lnTo>
                  <a:lnTo>
                    <a:pt x="7745857" y="24765"/>
                  </a:lnTo>
                  <a:lnTo>
                    <a:pt x="7745857" y="49530"/>
                  </a:lnTo>
                  <a:lnTo>
                    <a:pt x="24765" y="4953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image.png"/>
          <p:cNvSpPr/>
          <p:nvPr/>
        </p:nvSpPr>
        <p:spPr>
          <a:xfrm flipH="false" flipV="false" rot="0">
            <a:off x="843601" y="3800589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0" r="-1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58341" y="3660458"/>
            <a:ext cx="1787290" cy="300276"/>
            <a:chOff x="0" y="0"/>
            <a:chExt cx="2383053" cy="4003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83052" cy="400363"/>
            </a:xfrm>
            <a:custGeom>
              <a:avLst/>
              <a:gdLst/>
              <a:ahLst/>
              <a:cxnLst/>
              <a:rect r="r" b="b" t="t" l="l"/>
              <a:pathLst>
                <a:path h="400363" w="2383052">
                  <a:moveTo>
                    <a:pt x="0" y="0"/>
                  </a:moveTo>
                  <a:lnTo>
                    <a:pt x="2383052" y="0"/>
                  </a:lnTo>
                  <a:lnTo>
                    <a:pt x="2383052" y="400363"/>
                  </a:lnTo>
                  <a:lnTo>
                    <a:pt x="0" y="40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383053" cy="428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9"/>
                </a:lnSpc>
              </a:pPr>
              <a:r>
                <a:rPr lang="en-US" sz="152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Fraud Scanner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58341" y="4017921"/>
            <a:ext cx="1787290" cy="228781"/>
            <a:chOff x="0" y="0"/>
            <a:chExt cx="2383053" cy="3050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83052" cy="305038"/>
            </a:xfrm>
            <a:custGeom>
              <a:avLst/>
              <a:gdLst/>
              <a:ahLst/>
              <a:cxnLst/>
              <a:rect r="r" b="b" t="t" l="l"/>
              <a:pathLst>
                <a:path h="305038" w="2383052">
                  <a:moveTo>
                    <a:pt x="0" y="0"/>
                  </a:moveTo>
                  <a:lnTo>
                    <a:pt x="2383052" y="0"/>
                  </a:lnTo>
                  <a:lnTo>
                    <a:pt x="2383052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383053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00D9C0"/>
                  </a:solidFill>
                  <a:latin typeface="Inter"/>
                  <a:ea typeface="Inter"/>
                  <a:cs typeface="Inter"/>
                  <a:sym typeface="Inter"/>
                </a:rPr>
                <a:t>Hybrid AI + Rules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3345" y="4685671"/>
            <a:ext cx="5827995" cy="1166774"/>
            <a:chOff x="0" y="0"/>
            <a:chExt cx="7770660" cy="15556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4765" y="24765"/>
              <a:ext cx="7721092" cy="1506093"/>
            </a:xfrm>
            <a:custGeom>
              <a:avLst/>
              <a:gdLst/>
              <a:ahLst/>
              <a:cxnLst/>
              <a:rect r="r" b="b" t="t" l="l"/>
              <a:pathLst>
                <a:path h="1506093" w="7721092">
                  <a:moveTo>
                    <a:pt x="0" y="0"/>
                  </a:moveTo>
                  <a:lnTo>
                    <a:pt x="7721092" y="0"/>
                  </a:lnTo>
                  <a:lnTo>
                    <a:pt x="7721092" y="1506093"/>
                  </a:lnTo>
                  <a:lnTo>
                    <a:pt x="0" y="1506093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70622" cy="1555623"/>
            </a:xfrm>
            <a:custGeom>
              <a:avLst/>
              <a:gdLst/>
              <a:ahLst/>
              <a:cxnLst/>
              <a:rect r="r" b="b" t="t" l="l"/>
              <a:pathLst>
                <a:path h="1555623" w="7770622">
                  <a:moveTo>
                    <a:pt x="24765" y="0"/>
                  </a:moveTo>
                  <a:lnTo>
                    <a:pt x="7745857" y="0"/>
                  </a:lnTo>
                  <a:cubicBezTo>
                    <a:pt x="7759573" y="0"/>
                    <a:pt x="7770622" y="11049"/>
                    <a:pt x="7770622" y="24765"/>
                  </a:cubicBezTo>
                  <a:lnTo>
                    <a:pt x="7770622" y="1530858"/>
                  </a:lnTo>
                  <a:cubicBezTo>
                    <a:pt x="7770622" y="1544574"/>
                    <a:pt x="7759573" y="1555623"/>
                    <a:pt x="7745857" y="1555623"/>
                  </a:cubicBezTo>
                  <a:lnTo>
                    <a:pt x="24765" y="1555623"/>
                  </a:lnTo>
                  <a:cubicBezTo>
                    <a:pt x="11049" y="1555623"/>
                    <a:pt x="0" y="1544574"/>
                    <a:pt x="0" y="1530858"/>
                  </a:cubicBezTo>
                  <a:lnTo>
                    <a:pt x="0" y="24765"/>
                  </a:lnTo>
                  <a:cubicBezTo>
                    <a:pt x="0" y="11049"/>
                    <a:pt x="11049" y="0"/>
                    <a:pt x="24765" y="0"/>
                  </a:cubicBezTo>
                  <a:moveTo>
                    <a:pt x="24765" y="49530"/>
                  </a:moveTo>
                  <a:lnTo>
                    <a:pt x="24765" y="24765"/>
                  </a:lnTo>
                  <a:lnTo>
                    <a:pt x="49530" y="24765"/>
                  </a:lnTo>
                  <a:lnTo>
                    <a:pt x="49530" y="1530858"/>
                  </a:lnTo>
                  <a:lnTo>
                    <a:pt x="24765" y="1530858"/>
                  </a:lnTo>
                  <a:lnTo>
                    <a:pt x="24765" y="1506093"/>
                  </a:lnTo>
                  <a:lnTo>
                    <a:pt x="7745857" y="1506093"/>
                  </a:lnTo>
                  <a:lnTo>
                    <a:pt x="7745857" y="1530858"/>
                  </a:lnTo>
                  <a:lnTo>
                    <a:pt x="7721092" y="1530858"/>
                  </a:lnTo>
                  <a:lnTo>
                    <a:pt x="7721092" y="24765"/>
                  </a:lnTo>
                  <a:lnTo>
                    <a:pt x="7745857" y="24765"/>
                  </a:lnTo>
                  <a:lnTo>
                    <a:pt x="7745857" y="49530"/>
                  </a:lnTo>
                  <a:lnTo>
                    <a:pt x="24765" y="4953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6" id="36" descr="image.png"/>
          <p:cNvSpPr/>
          <p:nvPr/>
        </p:nvSpPr>
        <p:spPr>
          <a:xfrm flipH="false" flipV="false" rot="0">
            <a:off x="843601" y="5114630"/>
            <a:ext cx="343157" cy="265957"/>
          </a:xfrm>
          <a:custGeom>
            <a:avLst/>
            <a:gdLst/>
            <a:ahLst/>
            <a:cxnLst/>
            <a:rect r="r" b="b" t="t" l="l"/>
            <a:pathLst>
              <a:path h="265957" w="343157">
                <a:moveTo>
                  <a:pt x="0" y="0"/>
                </a:moveTo>
                <a:lnTo>
                  <a:pt x="343157" y="0"/>
                </a:lnTo>
                <a:lnTo>
                  <a:pt x="343157" y="265957"/>
                </a:lnTo>
                <a:lnTo>
                  <a:pt x="0" y="265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358341" y="4947342"/>
            <a:ext cx="1758696" cy="300276"/>
            <a:chOff x="0" y="0"/>
            <a:chExt cx="2344928" cy="400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44922" cy="400363"/>
            </a:xfrm>
            <a:custGeom>
              <a:avLst/>
              <a:gdLst/>
              <a:ahLst/>
              <a:cxnLst/>
              <a:rect r="r" b="b" t="t" l="l"/>
              <a:pathLst>
                <a:path h="400363" w="2344922">
                  <a:moveTo>
                    <a:pt x="0" y="0"/>
                  </a:moveTo>
                  <a:lnTo>
                    <a:pt x="2344922" y="0"/>
                  </a:lnTo>
                  <a:lnTo>
                    <a:pt x="2344922" y="400363"/>
                  </a:lnTo>
                  <a:lnTo>
                    <a:pt x="0" y="40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344928" cy="428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9"/>
                </a:lnSpc>
              </a:pPr>
              <a:r>
                <a:rPr lang="en-US" sz="152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Customer 360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8341" y="5304806"/>
            <a:ext cx="1758696" cy="228781"/>
            <a:chOff x="0" y="0"/>
            <a:chExt cx="2344928" cy="3050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44922" cy="305038"/>
            </a:xfrm>
            <a:custGeom>
              <a:avLst/>
              <a:gdLst/>
              <a:ahLst/>
              <a:cxnLst/>
              <a:rect r="r" b="b" t="t" l="l"/>
              <a:pathLst>
                <a:path h="305038" w="2344922">
                  <a:moveTo>
                    <a:pt x="0" y="0"/>
                  </a:moveTo>
                  <a:lnTo>
                    <a:pt x="2344922" y="0"/>
                  </a:lnTo>
                  <a:lnTo>
                    <a:pt x="2344922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2344928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00D9C0"/>
                  </a:solidFill>
                  <a:latin typeface="Inter"/>
                  <a:ea typeface="Inter"/>
                  <a:cs typeface="Inter"/>
                  <a:sym typeface="Inter"/>
                </a:rPr>
                <a:t>Network Graph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53345" y="5986853"/>
            <a:ext cx="5827995" cy="1166774"/>
            <a:chOff x="0" y="0"/>
            <a:chExt cx="7770660" cy="15556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4765" y="24765"/>
              <a:ext cx="7721092" cy="1506093"/>
            </a:xfrm>
            <a:custGeom>
              <a:avLst/>
              <a:gdLst/>
              <a:ahLst/>
              <a:cxnLst/>
              <a:rect r="r" b="b" t="t" l="l"/>
              <a:pathLst>
                <a:path h="1506093" w="7721092">
                  <a:moveTo>
                    <a:pt x="0" y="0"/>
                  </a:moveTo>
                  <a:lnTo>
                    <a:pt x="7721092" y="0"/>
                  </a:lnTo>
                  <a:lnTo>
                    <a:pt x="7721092" y="1506093"/>
                  </a:lnTo>
                  <a:lnTo>
                    <a:pt x="0" y="1506093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770622" cy="1555623"/>
            </a:xfrm>
            <a:custGeom>
              <a:avLst/>
              <a:gdLst/>
              <a:ahLst/>
              <a:cxnLst/>
              <a:rect r="r" b="b" t="t" l="l"/>
              <a:pathLst>
                <a:path h="1555623" w="7770622">
                  <a:moveTo>
                    <a:pt x="24765" y="0"/>
                  </a:moveTo>
                  <a:lnTo>
                    <a:pt x="7745857" y="0"/>
                  </a:lnTo>
                  <a:cubicBezTo>
                    <a:pt x="7759573" y="0"/>
                    <a:pt x="7770622" y="11049"/>
                    <a:pt x="7770622" y="24765"/>
                  </a:cubicBezTo>
                  <a:lnTo>
                    <a:pt x="7770622" y="1530858"/>
                  </a:lnTo>
                  <a:cubicBezTo>
                    <a:pt x="7770622" y="1544574"/>
                    <a:pt x="7759573" y="1555623"/>
                    <a:pt x="7745857" y="1555623"/>
                  </a:cubicBezTo>
                  <a:lnTo>
                    <a:pt x="24765" y="1555623"/>
                  </a:lnTo>
                  <a:cubicBezTo>
                    <a:pt x="11049" y="1555623"/>
                    <a:pt x="0" y="1544574"/>
                    <a:pt x="0" y="1530858"/>
                  </a:cubicBezTo>
                  <a:lnTo>
                    <a:pt x="0" y="24765"/>
                  </a:lnTo>
                  <a:cubicBezTo>
                    <a:pt x="0" y="11049"/>
                    <a:pt x="11049" y="0"/>
                    <a:pt x="24765" y="0"/>
                  </a:cubicBezTo>
                  <a:moveTo>
                    <a:pt x="24765" y="49530"/>
                  </a:moveTo>
                  <a:lnTo>
                    <a:pt x="24765" y="24765"/>
                  </a:lnTo>
                  <a:lnTo>
                    <a:pt x="49530" y="24765"/>
                  </a:lnTo>
                  <a:lnTo>
                    <a:pt x="49530" y="1530858"/>
                  </a:lnTo>
                  <a:lnTo>
                    <a:pt x="24765" y="1530858"/>
                  </a:lnTo>
                  <a:lnTo>
                    <a:pt x="24765" y="1506093"/>
                  </a:lnTo>
                  <a:lnTo>
                    <a:pt x="7745857" y="1506093"/>
                  </a:lnTo>
                  <a:lnTo>
                    <a:pt x="7745857" y="1530858"/>
                  </a:lnTo>
                  <a:lnTo>
                    <a:pt x="7721092" y="1530858"/>
                  </a:lnTo>
                  <a:lnTo>
                    <a:pt x="7721092" y="24765"/>
                  </a:lnTo>
                  <a:lnTo>
                    <a:pt x="7745857" y="24765"/>
                  </a:lnTo>
                  <a:lnTo>
                    <a:pt x="7745857" y="49530"/>
                  </a:lnTo>
                  <a:lnTo>
                    <a:pt x="24765" y="4953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6" id="46" descr="image.png"/>
          <p:cNvSpPr/>
          <p:nvPr/>
        </p:nvSpPr>
        <p:spPr>
          <a:xfrm flipH="false" flipV="false" rot="0">
            <a:off x="843601" y="6424393"/>
            <a:ext cx="343157" cy="248793"/>
          </a:xfrm>
          <a:custGeom>
            <a:avLst/>
            <a:gdLst/>
            <a:ahLst/>
            <a:cxnLst/>
            <a:rect r="r" b="b" t="t" l="l"/>
            <a:pathLst>
              <a:path h="248793" w="343157">
                <a:moveTo>
                  <a:pt x="0" y="0"/>
                </a:moveTo>
                <a:lnTo>
                  <a:pt x="343157" y="0"/>
                </a:lnTo>
                <a:lnTo>
                  <a:pt x="343157" y="248793"/>
                </a:lnTo>
                <a:lnTo>
                  <a:pt x="0" y="248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358341" y="6248514"/>
            <a:ext cx="1258252" cy="300276"/>
            <a:chOff x="0" y="0"/>
            <a:chExt cx="1677670" cy="400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77669" cy="400363"/>
            </a:xfrm>
            <a:custGeom>
              <a:avLst/>
              <a:gdLst/>
              <a:ahLst/>
              <a:cxnLst/>
              <a:rect r="r" b="b" t="t" l="l"/>
              <a:pathLst>
                <a:path h="400363" w="1677669">
                  <a:moveTo>
                    <a:pt x="0" y="0"/>
                  </a:moveTo>
                  <a:lnTo>
                    <a:pt x="1677669" y="0"/>
                  </a:lnTo>
                  <a:lnTo>
                    <a:pt x="1677669" y="400363"/>
                  </a:lnTo>
                  <a:lnTo>
                    <a:pt x="0" y="40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677670" cy="428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9"/>
                </a:lnSpc>
              </a:pPr>
              <a:r>
                <a:rPr lang="en-US" sz="152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Policy Lab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8341" y="6605988"/>
            <a:ext cx="1258252" cy="228781"/>
            <a:chOff x="0" y="0"/>
            <a:chExt cx="1677670" cy="30504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77669" cy="305038"/>
            </a:xfrm>
            <a:custGeom>
              <a:avLst/>
              <a:gdLst/>
              <a:ahLst/>
              <a:cxnLst/>
              <a:rect r="r" b="b" t="t" l="l"/>
              <a:pathLst>
                <a:path h="305038" w="1677669">
                  <a:moveTo>
                    <a:pt x="0" y="0"/>
                  </a:moveTo>
                  <a:lnTo>
                    <a:pt x="1677669" y="0"/>
                  </a:lnTo>
                  <a:lnTo>
                    <a:pt x="1677669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677670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00D9C0"/>
                  </a:solidFill>
                  <a:latin typeface="Inter"/>
                  <a:ea typeface="Inter"/>
                  <a:cs typeface="Inter"/>
                  <a:sym typeface="Inter"/>
                </a:rPr>
                <a:t>Rule Sandbox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53345" y="7288035"/>
            <a:ext cx="5827995" cy="1166774"/>
            <a:chOff x="0" y="0"/>
            <a:chExt cx="7770660" cy="15556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4765" y="24765"/>
              <a:ext cx="7721092" cy="1506093"/>
            </a:xfrm>
            <a:custGeom>
              <a:avLst/>
              <a:gdLst/>
              <a:ahLst/>
              <a:cxnLst/>
              <a:rect r="r" b="b" t="t" l="l"/>
              <a:pathLst>
                <a:path h="1506093" w="7721092">
                  <a:moveTo>
                    <a:pt x="0" y="0"/>
                  </a:moveTo>
                  <a:lnTo>
                    <a:pt x="7721092" y="0"/>
                  </a:lnTo>
                  <a:lnTo>
                    <a:pt x="7721092" y="1506093"/>
                  </a:lnTo>
                  <a:lnTo>
                    <a:pt x="0" y="1506093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770622" cy="1555623"/>
            </a:xfrm>
            <a:custGeom>
              <a:avLst/>
              <a:gdLst/>
              <a:ahLst/>
              <a:cxnLst/>
              <a:rect r="r" b="b" t="t" l="l"/>
              <a:pathLst>
                <a:path h="1555623" w="7770622">
                  <a:moveTo>
                    <a:pt x="24765" y="0"/>
                  </a:moveTo>
                  <a:lnTo>
                    <a:pt x="7745857" y="0"/>
                  </a:lnTo>
                  <a:cubicBezTo>
                    <a:pt x="7759573" y="0"/>
                    <a:pt x="7770622" y="11049"/>
                    <a:pt x="7770622" y="24765"/>
                  </a:cubicBezTo>
                  <a:lnTo>
                    <a:pt x="7770622" y="1530858"/>
                  </a:lnTo>
                  <a:cubicBezTo>
                    <a:pt x="7770622" y="1544574"/>
                    <a:pt x="7759573" y="1555623"/>
                    <a:pt x="7745857" y="1555623"/>
                  </a:cubicBezTo>
                  <a:lnTo>
                    <a:pt x="24765" y="1555623"/>
                  </a:lnTo>
                  <a:cubicBezTo>
                    <a:pt x="11049" y="1555623"/>
                    <a:pt x="0" y="1544574"/>
                    <a:pt x="0" y="1530858"/>
                  </a:cubicBezTo>
                  <a:lnTo>
                    <a:pt x="0" y="24765"/>
                  </a:lnTo>
                  <a:cubicBezTo>
                    <a:pt x="0" y="11049"/>
                    <a:pt x="11049" y="0"/>
                    <a:pt x="24765" y="0"/>
                  </a:cubicBezTo>
                  <a:moveTo>
                    <a:pt x="24765" y="49530"/>
                  </a:moveTo>
                  <a:lnTo>
                    <a:pt x="24765" y="24765"/>
                  </a:lnTo>
                  <a:lnTo>
                    <a:pt x="49530" y="24765"/>
                  </a:lnTo>
                  <a:lnTo>
                    <a:pt x="49530" y="1530858"/>
                  </a:lnTo>
                  <a:lnTo>
                    <a:pt x="24765" y="1530858"/>
                  </a:lnTo>
                  <a:lnTo>
                    <a:pt x="24765" y="1506093"/>
                  </a:lnTo>
                  <a:lnTo>
                    <a:pt x="7745857" y="1506093"/>
                  </a:lnTo>
                  <a:lnTo>
                    <a:pt x="7745857" y="1530858"/>
                  </a:lnTo>
                  <a:lnTo>
                    <a:pt x="7721092" y="1530858"/>
                  </a:lnTo>
                  <a:lnTo>
                    <a:pt x="7721092" y="24765"/>
                  </a:lnTo>
                  <a:lnTo>
                    <a:pt x="7745857" y="24765"/>
                  </a:lnTo>
                  <a:lnTo>
                    <a:pt x="7745857" y="49530"/>
                  </a:lnTo>
                  <a:lnTo>
                    <a:pt x="24765" y="4953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6" id="56" descr="image.png"/>
          <p:cNvSpPr/>
          <p:nvPr/>
        </p:nvSpPr>
        <p:spPr>
          <a:xfrm flipH="false" flipV="false" rot="0">
            <a:off x="843601" y="7696257"/>
            <a:ext cx="343157" cy="278825"/>
          </a:xfrm>
          <a:custGeom>
            <a:avLst/>
            <a:gdLst/>
            <a:ahLst/>
            <a:cxnLst/>
            <a:rect r="r" b="b" t="t" l="l"/>
            <a:pathLst>
              <a:path h="278825" w="343157">
                <a:moveTo>
                  <a:pt x="0" y="0"/>
                </a:moveTo>
                <a:lnTo>
                  <a:pt x="343157" y="0"/>
                </a:lnTo>
                <a:lnTo>
                  <a:pt x="343157" y="278825"/>
                </a:lnTo>
                <a:lnTo>
                  <a:pt x="0" y="278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358341" y="7549696"/>
            <a:ext cx="1201055" cy="300276"/>
            <a:chOff x="0" y="0"/>
            <a:chExt cx="1601406" cy="40036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01409" cy="400363"/>
            </a:xfrm>
            <a:custGeom>
              <a:avLst/>
              <a:gdLst/>
              <a:ahLst/>
              <a:cxnLst/>
              <a:rect r="r" b="b" t="t" l="l"/>
              <a:pathLst>
                <a:path h="400363" w="1601409">
                  <a:moveTo>
                    <a:pt x="0" y="0"/>
                  </a:moveTo>
                  <a:lnTo>
                    <a:pt x="1601409" y="0"/>
                  </a:lnTo>
                  <a:lnTo>
                    <a:pt x="1601409" y="400363"/>
                  </a:lnTo>
                  <a:lnTo>
                    <a:pt x="0" y="40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1601406" cy="428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9"/>
                </a:lnSpc>
              </a:pPr>
              <a:r>
                <a:rPr lang="en-US" sz="152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Copilot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58341" y="7907160"/>
            <a:ext cx="1201055" cy="228781"/>
            <a:chOff x="0" y="0"/>
            <a:chExt cx="1601406" cy="30504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01409" cy="305038"/>
            </a:xfrm>
            <a:custGeom>
              <a:avLst/>
              <a:gdLst/>
              <a:ahLst/>
              <a:cxnLst/>
              <a:rect r="r" b="b" t="t" l="l"/>
              <a:pathLst>
                <a:path h="305038" w="1601409">
                  <a:moveTo>
                    <a:pt x="0" y="0"/>
                  </a:moveTo>
                  <a:lnTo>
                    <a:pt x="1601409" y="0"/>
                  </a:lnTo>
                  <a:lnTo>
                    <a:pt x="1601409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60140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00D9C0"/>
                  </a:solidFill>
                  <a:latin typeface="Inter"/>
                  <a:ea typeface="Inter"/>
                  <a:cs typeface="Inter"/>
                  <a:sym typeface="Inter"/>
                </a:rPr>
                <a:t>24/7 Assistant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53345" y="8574910"/>
            <a:ext cx="5827995" cy="1166774"/>
            <a:chOff x="0" y="0"/>
            <a:chExt cx="7770660" cy="155569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24765" y="24765"/>
              <a:ext cx="7721092" cy="1506093"/>
            </a:xfrm>
            <a:custGeom>
              <a:avLst/>
              <a:gdLst/>
              <a:ahLst/>
              <a:cxnLst/>
              <a:rect r="r" b="b" t="t" l="l"/>
              <a:pathLst>
                <a:path h="1506093" w="7721092">
                  <a:moveTo>
                    <a:pt x="0" y="0"/>
                  </a:moveTo>
                  <a:lnTo>
                    <a:pt x="7721092" y="0"/>
                  </a:lnTo>
                  <a:lnTo>
                    <a:pt x="7721092" y="1506093"/>
                  </a:lnTo>
                  <a:lnTo>
                    <a:pt x="0" y="1506093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770622" cy="1555623"/>
            </a:xfrm>
            <a:custGeom>
              <a:avLst/>
              <a:gdLst/>
              <a:ahLst/>
              <a:cxnLst/>
              <a:rect r="r" b="b" t="t" l="l"/>
              <a:pathLst>
                <a:path h="1555623" w="7770622">
                  <a:moveTo>
                    <a:pt x="24765" y="0"/>
                  </a:moveTo>
                  <a:lnTo>
                    <a:pt x="7745857" y="0"/>
                  </a:lnTo>
                  <a:cubicBezTo>
                    <a:pt x="7759573" y="0"/>
                    <a:pt x="7770622" y="11049"/>
                    <a:pt x="7770622" y="24765"/>
                  </a:cubicBezTo>
                  <a:lnTo>
                    <a:pt x="7770622" y="1530858"/>
                  </a:lnTo>
                  <a:cubicBezTo>
                    <a:pt x="7770622" y="1544574"/>
                    <a:pt x="7759573" y="1555623"/>
                    <a:pt x="7745857" y="1555623"/>
                  </a:cubicBezTo>
                  <a:lnTo>
                    <a:pt x="24765" y="1555623"/>
                  </a:lnTo>
                  <a:cubicBezTo>
                    <a:pt x="11049" y="1555623"/>
                    <a:pt x="0" y="1544574"/>
                    <a:pt x="0" y="1530858"/>
                  </a:cubicBezTo>
                  <a:lnTo>
                    <a:pt x="0" y="24765"/>
                  </a:lnTo>
                  <a:cubicBezTo>
                    <a:pt x="0" y="11049"/>
                    <a:pt x="11049" y="0"/>
                    <a:pt x="24765" y="0"/>
                  </a:cubicBezTo>
                  <a:moveTo>
                    <a:pt x="24765" y="49530"/>
                  </a:moveTo>
                  <a:lnTo>
                    <a:pt x="24765" y="24765"/>
                  </a:lnTo>
                  <a:lnTo>
                    <a:pt x="49530" y="24765"/>
                  </a:lnTo>
                  <a:lnTo>
                    <a:pt x="49530" y="1530858"/>
                  </a:lnTo>
                  <a:lnTo>
                    <a:pt x="24765" y="1530858"/>
                  </a:lnTo>
                  <a:lnTo>
                    <a:pt x="24765" y="1506093"/>
                  </a:lnTo>
                  <a:lnTo>
                    <a:pt x="7745857" y="1506093"/>
                  </a:lnTo>
                  <a:lnTo>
                    <a:pt x="7745857" y="1530858"/>
                  </a:lnTo>
                  <a:lnTo>
                    <a:pt x="7721092" y="1530858"/>
                  </a:lnTo>
                  <a:lnTo>
                    <a:pt x="7721092" y="24765"/>
                  </a:lnTo>
                  <a:lnTo>
                    <a:pt x="7745857" y="24765"/>
                  </a:lnTo>
                  <a:lnTo>
                    <a:pt x="7745857" y="49530"/>
                  </a:lnTo>
                  <a:lnTo>
                    <a:pt x="24765" y="4953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6" id="66" descr="image.png"/>
          <p:cNvSpPr/>
          <p:nvPr/>
        </p:nvSpPr>
        <p:spPr>
          <a:xfrm flipH="false" flipV="false" rot="0">
            <a:off x="843601" y="8973845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3"/>
                </a:lnTo>
                <a:lnTo>
                  <a:pt x="0" y="3260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" t="0" r="-1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358341" y="8836581"/>
            <a:ext cx="1472727" cy="300276"/>
            <a:chOff x="0" y="0"/>
            <a:chExt cx="1963636" cy="4003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63634" cy="400363"/>
            </a:xfrm>
            <a:custGeom>
              <a:avLst/>
              <a:gdLst/>
              <a:ahLst/>
              <a:cxnLst/>
              <a:rect r="r" b="b" t="t" l="l"/>
              <a:pathLst>
                <a:path h="400363" w="1963634">
                  <a:moveTo>
                    <a:pt x="0" y="0"/>
                  </a:moveTo>
                  <a:lnTo>
                    <a:pt x="1963634" y="0"/>
                  </a:lnTo>
                  <a:lnTo>
                    <a:pt x="1963634" y="400363"/>
                  </a:lnTo>
                  <a:lnTo>
                    <a:pt x="0" y="40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963636" cy="428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9"/>
                </a:lnSpc>
              </a:pPr>
              <a:r>
                <a:rPr lang="en-US" sz="152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Compliance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58341" y="9194044"/>
            <a:ext cx="1472727" cy="228781"/>
            <a:chOff x="0" y="0"/>
            <a:chExt cx="1963636" cy="30504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63634" cy="305038"/>
            </a:xfrm>
            <a:custGeom>
              <a:avLst/>
              <a:gdLst/>
              <a:ahLst/>
              <a:cxnLst/>
              <a:rect r="r" b="b" t="t" l="l"/>
              <a:pathLst>
                <a:path h="305038" w="1963634">
                  <a:moveTo>
                    <a:pt x="0" y="0"/>
                  </a:moveTo>
                  <a:lnTo>
                    <a:pt x="1963634" y="0"/>
                  </a:lnTo>
                  <a:lnTo>
                    <a:pt x="1963634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96363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00D9C0"/>
                  </a:solidFill>
                  <a:latin typeface="Inter"/>
                  <a:ea typeface="Inter"/>
                  <a:cs typeface="Inter"/>
                  <a:sym typeface="Inter"/>
                </a:rPr>
                <a:t>Audit Logs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964699" y="0"/>
            <a:ext cx="11352857" cy="10295039"/>
            <a:chOff x="0" y="0"/>
            <a:chExt cx="15137143" cy="1372671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513713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5137130">
                  <a:moveTo>
                    <a:pt x="0" y="0"/>
                  </a:moveTo>
                  <a:lnTo>
                    <a:pt x="15137130" y="0"/>
                  </a:lnTo>
                  <a:lnTo>
                    <a:pt x="15137130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7520911" y="571948"/>
            <a:ext cx="10208990" cy="228781"/>
            <a:chOff x="0" y="0"/>
            <a:chExt cx="13611987" cy="30504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611992" cy="305038"/>
            </a:xfrm>
            <a:custGeom>
              <a:avLst/>
              <a:gdLst/>
              <a:ahLst/>
              <a:cxnLst/>
              <a:rect r="r" b="b" t="t" l="l"/>
              <a:pathLst>
                <a:path h="305038" w="13611992">
                  <a:moveTo>
                    <a:pt x="0" y="0"/>
                  </a:moveTo>
                  <a:lnTo>
                    <a:pt x="13611992" y="0"/>
                  </a:lnTo>
                  <a:lnTo>
                    <a:pt x="13611992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3611987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SYNDICATE DETECTION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514720" y="1666751"/>
            <a:ext cx="10221382" cy="6017838"/>
            <a:chOff x="0" y="0"/>
            <a:chExt cx="13628510" cy="80237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255" y="8255"/>
              <a:ext cx="13611987" cy="8007223"/>
            </a:xfrm>
            <a:custGeom>
              <a:avLst/>
              <a:gdLst/>
              <a:ahLst/>
              <a:cxnLst/>
              <a:rect r="r" b="b" t="t" l="l"/>
              <a:pathLst>
                <a:path h="8007223" w="13611987">
                  <a:moveTo>
                    <a:pt x="0" y="1334516"/>
                  </a:moveTo>
                  <a:cubicBezTo>
                    <a:pt x="0" y="597535"/>
                    <a:pt x="598043" y="0"/>
                    <a:pt x="1335659" y="0"/>
                  </a:cubicBezTo>
                  <a:lnTo>
                    <a:pt x="12276328" y="0"/>
                  </a:lnTo>
                  <a:cubicBezTo>
                    <a:pt x="13014071" y="0"/>
                    <a:pt x="13611987" y="597535"/>
                    <a:pt x="13611987" y="1334516"/>
                  </a:cubicBezTo>
                  <a:lnTo>
                    <a:pt x="13611987" y="6672707"/>
                  </a:lnTo>
                  <a:cubicBezTo>
                    <a:pt x="13611987" y="7409815"/>
                    <a:pt x="13013944" y="8007223"/>
                    <a:pt x="12276328" y="8007223"/>
                  </a:cubicBezTo>
                  <a:lnTo>
                    <a:pt x="1335659" y="8007223"/>
                  </a:lnTo>
                  <a:cubicBezTo>
                    <a:pt x="598043" y="8007223"/>
                    <a:pt x="0" y="7409815"/>
                    <a:pt x="0" y="6672707"/>
                  </a:cubicBezTo>
                  <a:close/>
                </a:path>
              </a:pathLst>
            </a:custGeom>
            <a:blipFill>
              <a:blip r:embed="rId8"/>
              <a:stretch>
                <a:fillRect l="0" t="-6630" r="0" b="-663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3628497" cy="8023733"/>
            </a:xfrm>
            <a:custGeom>
              <a:avLst/>
              <a:gdLst/>
              <a:ahLst/>
              <a:cxnLst/>
              <a:rect r="r" b="b" t="t" l="l"/>
              <a:pathLst>
                <a:path h="8023733" w="13628497">
                  <a:moveTo>
                    <a:pt x="0" y="1342771"/>
                  </a:moveTo>
                  <a:cubicBezTo>
                    <a:pt x="0" y="601218"/>
                    <a:pt x="601726" y="0"/>
                    <a:pt x="1343914" y="0"/>
                  </a:cubicBezTo>
                  <a:lnTo>
                    <a:pt x="12284583" y="0"/>
                  </a:lnTo>
                  <a:lnTo>
                    <a:pt x="12284583" y="8255"/>
                  </a:lnTo>
                  <a:lnTo>
                    <a:pt x="12284583" y="0"/>
                  </a:lnTo>
                  <a:cubicBezTo>
                    <a:pt x="13026771" y="0"/>
                    <a:pt x="13628497" y="601218"/>
                    <a:pt x="13628497" y="1342771"/>
                  </a:cubicBezTo>
                  <a:lnTo>
                    <a:pt x="13620242" y="1342771"/>
                  </a:lnTo>
                  <a:lnTo>
                    <a:pt x="13628497" y="1342771"/>
                  </a:lnTo>
                  <a:lnTo>
                    <a:pt x="13628497" y="6680962"/>
                  </a:lnTo>
                  <a:lnTo>
                    <a:pt x="13620242" y="6680962"/>
                  </a:lnTo>
                  <a:lnTo>
                    <a:pt x="13628497" y="6680962"/>
                  </a:lnTo>
                  <a:cubicBezTo>
                    <a:pt x="13628497" y="7422642"/>
                    <a:pt x="13026771" y="8023733"/>
                    <a:pt x="12284583" y="8023733"/>
                  </a:cubicBezTo>
                  <a:lnTo>
                    <a:pt x="12284583" y="8015478"/>
                  </a:lnTo>
                  <a:lnTo>
                    <a:pt x="12284583" y="8023733"/>
                  </a:lnTo>
                  <a:lnTo>
                    <a:pt x="1343914" y="8023733"/>
                  </a:lnTo>
                  <a:lnTo>
                    <a:pt x="1343914" y="8015478"/>
                  </a:lnTo>
                  <a:lnTo>
                    <a:pt x="1343914" y="8023733"/>
                  </a:lnTo>
                  <a:cubicBezTo>
                    <a:pt x="601726" y="8023733"/>
                    <a:pt x="0" y="7422642"/>
                    <a:pt x="0" y="6680962"/>
                  </a:cubicBezTo>
                  <a:lnTo>
                    <a:pt x="0" y="1342771"/>
                  </a:lnTo>
                  <a:lnTo>
                    <a:pt x="8255" y="1342771"/>
                  </a:lnTo>
                  <a:lnTo>
                    <a:pt x="0" y="1342771"/>
                  </a:lnTo>
                  <a:moveTo>
                    <a:pt x="16510" y="1342771"/>
                  </a:moveTo>
                  <a:lnTo>
                    <a:pt x="16510" y="6680962"/>
                  </a:lnTo>
                  <a:lnTo>
                    <a:pt x="8255" y="6680962"/>
                  </a:lnTo>
                  <a:lnTo>
                    <a:pt x="16510" y="6680962"/>
                  </a:lnTo>
                  <a:cubicBezTo>
                    <a:pt x="16510" y="7413498"/>
                    <a:pt x="610870" y="8007223"/>
                    <a:pt x="1343914" y="8007223"/>
                  </a:cubicBezTo>
                  <a:lnTo>
                    <a:pt x="12284583" y="8007223"/>
                  </a:lnTo>
                  <a:cubicBezTo>
                    <a:pt x="13017754" y="8007223"/>
                    <a:pt x="13611986" y="7413371"/>
                    <a:pt x="13611986" y="6680962"/>
                  </a:cubicBezTo>
                  <a:lnTo>
                    <a:pt x="13611986" y="1342771"/>
                  </a:lnTo>
                  <a:cubicBezTo>
                    <a:pt x="13611986" y="610235"/>
                    <a:pt x="13017627" y="16510"/>
                    <a:pt x="12284583" y="16510"/>
                  </a:cubicBezTo>
                  <a:lnTo>
                    <a:pt x="1343914" y="16510"/>
                  </a:lnTo>
                  <a:lnTo>
                    <a:pt x="1343914" y="8255"/>
                  </a:lnTo>
                  <a:lnTo>
                    <a:pt x="1343914" y="16510"/>
                  </a:lnTo>
                  <a:cubicBezTo>
                    <a:pt x="610870" y="16510"/>
                    <a:pt x="16510" y="610362"/>
                    <a:pt x="16510" y="1342771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7514720" y="8601608"/>
            <a:ext cx="3301003" cy="1127684"/>
            <a:chOff x="0" y="0"/>
            <a:chExt cx="4401337" cy="150357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255" y="8255"/>
              <a:ext cx="4384802" cy="1487043"/>
            </a:xfrm>
            <a:custGeom>
              <a:avLst/>
              <a:gdLst/>
              <a:ahLst/>
              <a:cxnLst/>
              <a:rect r="r" b="b" t="t" l="l"/>
              <a:pathLst>
                <a:path h="1487043" w="4384802">
                  <a:moveTo>
                    <a:pt x="0" y="0"/>
                  </a:moveTo>
                  <a:lnTo>
                    <a:pt x="4384802" y="0"/>
                  </a:lnTo>
                  <a:lnTo>
                    <a:pt x="4384802" y="1487043"/>
                  </a:lnTo>
                  <a:lnTo>
                    <a:pt x="0" y="1487043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01312" cy="1503553"/>
            </a:xfrm>
            <a:custGeom>
              <a:avLst/>
              <a:gdLst/>
              <a:ahLst/>
              <a:cxnLst/>
              <a:rect r="r" b="b" t="t" l="l"/>
              <a:pathLst>
                <a:path h="1503553" w="4401312">
                  <a:moveTo>
                    <a:pt x="8255" y="0"/>
                  </a:moveTo>
                  <a:lnTo>
                    <a:pt x="4393057" y="0"/>
                  </a:lnTo>
                  <a:cubicBezTo>
                    <a:pt x="4397629" y="0"/>
                    <a:pt x="4401312" y="3683"/>
                    <a:pt x="4401312" y="8255"/>
                  </a:cubicBezTo>
                  <a:lnTo>
                    <a:pt x="4401312" y="1495298"/>
                  </a:lnTo>
                  <a:cubicBezTo>
                    <a:pt x="4401312" y="1499870"/>
                    <a:pt x="4397629" y="1503553"/>
                    <a:pt x="4393057" y="1503553"/>
                  </a:cubicBezTo>
                  <a:lnTo>
                    <a:pt x="8255" y="1503553"/>
                  </a:lnTo>
                  <a:cubicBezTo>
                    <a:pt x="3683" y="1503553"/>
                    <a:pt x="0" y="1499870"/>
                    <a:pt x="0" y="1495298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495298"/>
                  </a:lnTo>
                  <a:lnTo>
                    <a:pt x="8255" y="1495298"/>
                  </a:lnTo>
                  <a:lnTo>
                    <a:pt x="8255" y="1487043"/>
                  </a:lnTo>
                  <a:lnTo>
                    <a:pt x="4393057" y="1487043"/>
                  </a:lnTo>
                  <a:lnTo>
                    <a:pt x="4393057" y="1495298"/>
                  </a:lnTo>
                  <a:lnTo>
                    <a:pt x="4384802" y="1495298"/>
                  </a:lnTo>
                  <a:lnTo>
                    <a:pt x="4384802" y="8255"/>
                  </a:lnTo>
                  <a:lnTo>
                    <a:pt x="4393057" y="8255"/>
                  </a:lnTo>
                  <a:lnTo>
                    <a:pt x="4393057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7706792" y="8793680"/>
            <a:ext cx="2916860" cy="457557"/>
            <a:chOff x="0" y="0"/>
            <a:chExt cx="3889146" cy="61007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889141" cy="610071"/>
            </a:xfrm>
            <a:custGeom>
              <a:avLst/>
              <a:gdLst/>
              <a:ahLst/>
              <a:cxnLst/>
              <a:rect r="r" b="b" t="t" l="l"/>
              <a:pathLst>
                <a:path h="610071" w="3889141">
                  <a:moveTo>
                    <a:pt x="0" y="0"/>
                  </a:moveTo>
                  <a:lnTo>
                    <a:pt x="3889141" y="0"/>
                  </a:lnTo>
                  <a:lnTo>
                    <a:pt x="3889141" y="610071"/>
                  </a:lnTo>
                  <a:lnTo>
                    <a:pt x="0" y="6100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3889146" cy="667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Hybrid Engine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974905" y="8601608"/>
            <a:ext cx="3301003" cy="1127684"/>
            <a:chOff x="0" y="0"/>
            <a:chExt cx="4401337" cy="150357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255" y="8255"/>
              <a:ext cx="4384802" cy="1487043"/>
            </a:xfrm>
            <a:custGeom>
              <a:avLst/>
              <a:gdLst/>
              <a:ahLst/>
              <a:cxnLst/>
              <a:rect r="r" b="b" t="t" l="l"/>
              <a:pathLst>
                <a:path h="1487043" w="4384802">
                  <a:moveTo>
                    <a:pt x="0" y="0"/>
                  </a:moveTo>
                  <a:lnTo>
                    <a:pt x="4384802" y="0"/>
                  </a:lnTo>
                  <a:lnTo>
                    <a:pt x="4384802" y="1487043"/>
                  </a:lnTo>
                  <a:lnTo>
                    <a:pt x="0" y="1487043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01312" cy="1503553"/>
            </a:xfrm>
            <a:custGeom>
              <a:avLst/>
              <a:gdLst/>
              <a:ahLst/>
              <a:cxnLst/>
              <a:rect r="r" b="b" t="t" l="l"/>
              <a:pathLst>
                <a:path h="1503553" w="4401312">
                  <a:moveTo>
                    <a:pt x="8255" y="0"/>
                  </a:moveTo>
                  <a:lnTo>
                    <a:pt x="4393057" y="0"/>
                  </a:lnTo>
                  <a:cubicBezTo>
                    <a:pt x="4397629" y="0"/>
                    <a:pt x="4401312" y="3683"/>
                    <a:pt x="4401312" y="8255"/>
                  </a:cubicBezTo>
                  <a:lnTo>
                    <a:pt x="4401312" y="1495298"/>
                  </a:lnTo>
                  <a:cubicBezTo>
                    <a:pt x="4401312" y="1499870"/>
                    <a:pt x="4397629" y="1503553"/>
                    <a:pt x="4393057" y="1503553"/>
                  </a:cubicBezTo>
                  <a:lnTo>
                    <a:pt x="8255" y="1503553"/>
                  </a:lnTo>
                  <a:cubicBezTo>
                    <a:pt x="3683" y="1503553"/>
                    <a:pt x="0" y="1499870"/>
                    <a:pt x="0" y="1495298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495298"/>
                  </a:lnTo>
                  <a:lnTo>
                    <a:pt x="8255" y="1495298"/>
                  </a:lnTo>
                  <a:lnTo>
                    <a:pt x="8255" y="1487043"/>
                  </a:lnTo>
                  <a:lnTo>
                    <a:pt x="4393057" y="1487043"/>
                  </a:lnTo>
                  <a:lnTo>
                    <a:pt x="4393057" y="1495298"/>
                  </a:lnTo>
                  <a:lnTo>
                    <a:pt x="4384802" y="1495298"/>
                  </a:lnTo>
                  <a:lnTo>
                    <a:pt x="4384802" y="8255"/>
                  </a:lnTo>
                  <a:lnTo>
                    <a:pt x="4393057" y="8255"/>
                  </a:lnTo>
                  <a:lnTo>
                    <a:pt x="4393057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1166986" y="8793680"/>
            <a:ext cx="2916860" cy="457562"/>
            <a:chOff x="0" y="0"/>
            <a:chExt cx="3889146" cy="61008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889141" cy="610077"/>
            </a:xfrm>
            <a:custGeom>
              <a:avLst/>
              <a:gdLst/>
              <a:ahLst/>
              <a:cxnLst/>
              <a:rect r="r" b="b" t="t" l="l"/>
              <a:pathLst>
                <a:path h="610077" w="3889141">
                  <a:moveTo>
                    <a:pt x="0" y="0"/>
                  </a:moveTo>
                  <a:lnTo>
                    <a:pt x="3889141" y="0"/>
                  </a:lnTo>
                  <a:lnTo>
                    <a:pt x="3889141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3889146" cy="6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SHAP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166986" y="9308430"/>
            <a:ext cx="2916860" cy="228781"/>
            <a:chOff x="0" y="0"/>
            <a:chExt cx="3889146" cy="30504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889141" cy="305038"/>
            </a:xfrm>
            <a:custGeom>
              <a:avLst/>
              <a:gdLst/>
              <a:ahLst/>
              <a:cxnLst/>
              <a:rect r="r" b="b" t="t" l="l"/>
              <a:pathLst>
                <a:path h="305038" w="3889141">
                  <a:moveTo>
                    <a:pt x="0" y="0"/>
                  </a:moveTo>
                  <a:lnTo>
                    <a:pt x="3889141" y="0"/>
                  </a:lnTo>
                  <a:lnTo>
                    <a:pt x="3889141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388914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Explainable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435099" y="8601608"/>
            <a:ext cx="3301003" cy="1127684"/>
            <a:chOff x="0" y="0"/>
            <a:chExt cx="4401337" cy="150357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8255" y="8255"/>
              <a:ext cx="4384802" cy="1487043"/>
            </a:xfrm>
            <a:custGeom>
              <a:avLst/>
              <a:gdLst/>
              <a:ahLst/>
              <a:cxnLst/>
              <a:rect r="r" b="b" t="t" l="l"/>
              <a:pathLst>
                <a:path h="1487043" w="4384802">
                  <a:moveTo>
                    <a:pt x="0" y="0"/>
                  </a:moveTo>
                  <a:lnTo>
                    <a:pt x="4384802" y="0"/>
                  </a:lnTo>
                  <a:lnTo>
                    <a:pt x="4384802" y="1487043"/>
                  </a:lnTo>
                  <a:lnTo>
                    <a:pt x="0" y="1487043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401312" cy="1503553"/>
            </a:xfrm>
            <a:custGeom>
              <a:avLst/>
              <a:gdLst/>
              <a:ahLst/>
              <a:cxnLst/>
              <a:rect r="r" b="b" t="t" l="l"/>
              <a:pathLst>
                <a:path h="1503553" w="4401312">
                  <a:moveTo>
                    <a:pt x="8255" y="0"/>
                  </a:moveTo>
                  <a:lnTo>
                    <a:pt x="4393057" y="0"/>
                  </a:lnTo>
                  <a:cubicBezTo>
                    <a:pt x="4397629" y="0"/>
                    <a:pt x="4401312" y="3683"/>
                    <a:pt x="4401312" y="8255"/>
                  </a:cubicBezTo>
                  <a:lnTo>
                    <a:pt x="4401312" y="1495298"/>
                  </a:lnTo>
                  <a:cubicBezTo>
                    <a:pt x="4401312" y="1499870"/>
                    <a:pt x="4397629" y="1503553"/>
                    <a:pt x="4393057" y="1503553"/>
                  </a:cubicBezTo>
                  <a:lnTo>
                    <a:pt x="8255" y="1503553"/>
                  </a:lnTo>
                  <a:cubicBezTo>
                    <a:pt x="3683" y="1503553"/>
                    <a:pt x="0" y="1499870"/>
                    <a:pt x="0" y="1495298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495298"/>
                  </a:lnTo>
                  <a:lnTo>
                    <a:pt x="8255" y="1495298"/>
                  </a:lnTo>
                  <a:lnTo>
                    <a:pt x="8255" y="1487043"/>
                  </a:lnTo>
                  <a:lnTo>
                    <a:pt x="4393057" y="1487043"/>
                  </a:lnTo>
                  <a:lnTo>
                    <a:pt x="4393057" y="1495298"/>
                  </a:lnTo>
                  <a:lnTo>
                    <a:pt x="4384802" y="1495298"/>
                  </a:lnTo>
                  <a:lnTo>
                    <a:pt x="4384802" y="8255"/>
                  </a:lnTo>
                  <a:lnTo>
                    <a:pt x="4393057" y="8255"/>
                  </a:lnTo>
                  <a:lnTo>
                    <a:pt x="4393057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4627171" y="8793680"/>
            <a:ext cx="2916860" cy="457562"/>
            <a:chOff x="0" y="0"/>
            <a:chExt cx="3889146" cy="61008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89141" cy="610077"/>
            </a:xfrm>
            <a:custGeom>
              <a:avLst/>
              <a:gdLst/>
              <a:ahLst/>
              <a:cxnLst/>
              <a:rect r="r" b="b" t="t" l="l"/>
              <a:pathLst>
                <a:path h="610077" w="3889141">
                  <a:moveTo>
                    <a:pt x="0" y="0"/>
                  </a:moveTo>
                  <a:lnTo>
                    <a:pt x="3889141" y="0"/>
                  </a:lnTo>
                  <a:lnTo>
                    <a:pt x="3889141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57150"/>
              <a:ext cx="3889146" cy="6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Graph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627171" y="9308430"/>
            <a:ext cx="2916860" cy="228781"/>
            <a:chOff x="0" y="0"/>
            <a:chExt cx="3889146" cy="30504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889141" cy="305038"/>
            </a:xfrm>
            <a:custGeom>
              <a:avLst/>
              <a:gdLst/>
              <a:ahLst/>
              <a:cxnLst/>
              <a:rect r="r" b="b" t="t" l="l"/>
              <a:pathLst>
                <a:path h="305038" w="3889141">
                  <a:moveTo>
                    <a:pt x="0" y="0"/>
                  </a:moveTo>
                  <a:lnTo>
                    <a:pt x="3889141" y="0"/>
                  </a:lnTo>
                  <a:lnTo>
                    <a:pt x="3889141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388914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Features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8840955" y="9351538"/>
            <a:ext cx="648533" cy="18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8"/>
              </a:lnSpc>
              <a:spcBef>
                <a:spcPct val="0"/>
              </a:spcBef>
            </a:pPr>
            <a:r>
              <a:rPr lang="en-US" b="true" sz="1054">
                <a:solidFill>
                  <a:srgbClr val="9CA3AF"/>
                </a:solidFill>
                <a:latin typeface="Inter Bold"/>
                <a:ea typeface="Inter Bold"/>
                <a:cs typeface="Inter Bold"/>
                <a:sym typeface="Inter Bold"/>
              </a:rPr>
              <a:t>AI+</a:t>
            </a:r>
            <a:r>
              <a:rPr lang="en-US" b="true" sz="1054">
                <a:solidFill>
                  <a:srgbClr val="9CA3AF"/>
                </a:solidFill>
                <a:latin typeface="Inter Bold"/>
                <a:ea typeface="Inter Bold"/>
                <a:cs typeface="Inter Bold"/>
                <a:sym typeface="Inter Bold"/>
              </a:rPr>
              <a:t> Policy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20670"/>
            <a:ext cx="6961375" cy="10307431"/>
            <a:chOff x="0" y="0"/>
            <a:chExt cx="9281833" cy="137432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255" y="8255"/>
              <a:ext cx="926528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265285">
                  <a:moveTo>
                    <a:pt x="0" y="0"/>
                  </a:moveTo>
                  <a:lnTo>
                    <a:pt x="9265285" y="0"/>
                  </a:lnTo>
                  <a:lnTo>
                    <a:pt x="926528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F3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81795" cy="13743178"/>
            </a:xfrm>
            <a:custGeom>
              <a:avLst/>
              <a:gdLst/>
              <a:ahLst/>
              <a:cxnLst/>
              <a:rect r="r" b="b" t="t" l="l"/>
              <a:pathLst>
                <a:path h="13743178" w="9281795">
                  <a:moveTo>
                    <a:pt x="8255" y="0"/>
                  </a:moveTo>
                  <a:lnTo>
                    <a:pt x="9273540" y="0"/>
                  </a:lnTo>
                  <a:cubicBezTo>
                    <a:pt x="9278112" y="0"/>
                    <a:pt x="9281795" y="3683"/>
                    <a:pt x="9281795" y="8255"/>
                  </a:cubicBezTo>
                  <a:lnTo>
                    <a:pt x="9281795" y="13734923"/>
                  </a:lnTo>
                  <a:cubicBezTo>
                    <a:pt x="9281795" y="13739495"/>
                    <a:pt x="9278112" y="13743178"/>
                    <a:pt x="9273540" y="13743178"/>
                  </a:cubicBezTo>
                  <a:lnTo>
                    <a:pt x="8255" y="13743178"/>
                  </a:lnTo>
                  <a:cubicBezTo>
                    <a:pt x="3683" y="13743178"/>
                    <a:pt x="0" y="13739495"/>
                    <a:pt x="0" y="13734923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3734923"/>
                  </a:lnTo>
                  <a:lnTo>
                    <a:pt x="8255" y="13734923"/>
                  </a:lnTo>
                  <a:lnTo>
                    <a:pt x="8255" y="13726668"/>
                  </a:lnTo>
                  <a:lnTo>
                    <a:pt x="9273540" y="13726668"/>
                  </a:lnTo>
                  <a:lnTo>
                    <a:pt x="9273540" y="13734923"/>
                  </a:lnTo>
                  <a:lnTo>
                    <a:pt x="9265285" y="13734923"/>
                  </a:lnTo>
                  <a:lnTo>
                    <a:pt x="9265285" y="8255"/>
                  </a:lnTo>
                  <a:lnTo>
                    <a:pt x="9273540" y="8255"/>
                  </a:lnTo>
                  <a:lnTo>
                    <a:pt x="9273540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1F293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71929" y="571948"/>
            <a:ext cx="915095" cy="57198"/>
            <a:chOff x="0" y="0"/>
            <a:chExt cx="1220127" cy="76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089" cy="76200"/>
            </a:xfrm>
            <a:custGeom>
              <a:avLst/>
              <a:gdLst/>
              <a:ahLst/>
              <a:cxnLst/>
              <a:rect r="r" b="b" t="t" l="l"/>
              <a:pathLst>
                <a:path h="76200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D9C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71929" y="857917"/>
            <a:ext cx="5790819" cy="1143895"/>
            <a:chOff x="0" y="0"/>
            <a:chExt cx="7721092" cy="15251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1088" cy="1525190"/>
            </a:xfrm>
            <a:custGeom>
              <a:avLst/>
              <a:gdLst/>
              <a:ahLst/>
              <a:cxnLst/>
              <a:rect r="r" b="b" t="t" l="l"/>
              <a:pathLst>
                <a:path h="1525190" w="7721088">
                  <a:moveTo>
                    <a:pt x="0" y="0"/>
                  </a:moveTo>
                  <a:lnTo>
                    <a:pt x="7721088" y="0"/>
                  </a:lnTo>
                  <a:lnTo>
                    <a:pt x="7721088" y="1525190"/>
                  </a:lnTo>
                  <a:lnTo>
                    <a:pt x="0" y="1525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721092" cy="1534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3"/>
                </a:lnSpc>
              </a:pPr>
              <a:r>
                <a:rPr lang="en-US" sz="323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BANGLADESH</a:t>
              </a:r>
            </a:p>
            <a:p>
              <a:pPr algn="l">
                <a:lnSpc>
                  <a:spcPts val="3903"/>
                </a:lnSpc>
              </a:pPr>
              <a:r>
                <a:rPr lang="en-US" sz="323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MFS MARKET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929" y="2059010"/>
            <a:ext cx="5790819" cy="285969"/>
            <a:chOff x="0" y="0"/>
            <a:chExt cx="7721092" cy="3812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21088" cy="381296"/>
            </a:xfrm>
            <a:custGeom>
              <a:avLst/>
              <a:gdLst/>
              <a:ahLst/>
              <a:cxnLst/>
              <a:rect r="r" b="b" t="t" l="l"/>
              <a:pathLst>
                <a:path h="381296" w="7721088">
                  <a:moveTo>
                    <a:pt x="0" y="0"/>
                  </a:moveTo>
                  <a:lnTo>
                    <a:pt x="7721088" y="0"/>
                  </a:lnTo>
                  <a:lnTo>
                    <a:pt x="7721088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21092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MASSIVE SCALE • GROWING THREAT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5737" y="3954532"/>
            <a:ext cx="2800560" cy="2200084"/>
            <a:chOff x="0" y="0"/>
            <a:chExt cx="3734079" cy="29334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255" y="8255"/>
              <a:ext cx="3717544" cy="2916936"/>
            </a:xfrm>
            <a:custGeom>
              <a:avLst/>
              <a:gdLst/>
              <a:ahLst/>
              <a:cxnLst/>
              <a:rect r="r" b="b" t="t" l="l"/>
              <a:pathLst>
                <a:path h="2916936" w="3717544">
                  <a:moveTo>
                    <a:pt x="0" y="0"/>
                  </a:moveTo>
                  <a:lnTo>
                    <a:pt x="3717544" y="0"/>
                  </a:lnTo>
                  <a:lnTo>
                    <a:pt x="3717544" y="2916936"/>
                  </a:lnTo>
                  <a:lnTo>
                    <a:pt x="0" y="291693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34054" cy="2933446"/>
            </a:xfrm>
            <a:custGeom>
              <a:avLst/>
              <a:gdLst/>
              <a:ahLst/>
              <a:cxnLst/>
              <a:rect r="r" b="b" t="t" l="l"/>
              <a:pathLst>
                <a:path h="2933446" w="3734054">
                  <a:moveTo>
                    <a:pt x="8255" y="0"/>
                  </a:moveTo>
                  <a:lnTo>
                    <a:pt x="3725799" y="0"/>
                  </a:lnTo>
                  <a:cubicBezTo>
                    <a:pt x="3730371" y="0"/>
                    <a:pt x="3734054" y="3683"/>
                    <a:pt x="3734054" y="8255"/>
                  </a:cubicBezTo>
                  <a:lnTo>
                    <a:pt x="3734054" y="2925191"/>
                  </a:lnTo>
                  <a:cubicBezTo>
                    <a:pt x="3734054" y="2929763"/>
                    <a:pt x="3730371" y="2933446"/>
                    <a:pt x="3725799" y="2933446"/>
                  </a:cubicBezTo>
                  <a:lnTo>
                    <a:pt x="8255" y="2933446"/>
                  </a:lnTo>
                  <a:cubicBezTo>
                    <a:pt x="3683" y="2933446"/>
                    <a:pt x="0" y="2929763"/>
                    <a:pt x="0" y="2925191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925191"/>
                  </a:lnTo>
                  <a:lnTo>
                    <a:pt x="8255" y="2925191"/>
                  </a:lnTo>
                  <a:lnTo>
                    <a:pt x="8255" y="2916936"/>
                  </a:lnTo>
                  <a:lnTo>
                    <a:pt x="3725799" y="2916936"/>
                  </a:lnTo>
                  <a:lnTo>
                    <a:pt x="3725799" y="2925191"/>
                  </a:lnTo>
                  <a:lnTo>
                    <a:pt x="3717544" y="2925191"/>
                  </a:lnTo>
                  <a:lnTo>
                    <a:pt x="3717544" y="8255"/>
                  </a:lnTo>
                  <a:lnTo>
                    <a:pt x="3725799" y="8255"/>
                  </a:lnTo>
                  <a:lnTo>
                    <a:pt x="3725799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72195" y="4260999"/>
            <a:ext cx="2187645" cy="643442"/>
            <a:chOff x="0" y="0"/>
            <a:chExt cx="2916860" cy="8579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16855" cy="857920"/>
            </a:xfrm>
            <a:custGeom>
              <a:avLst/>
              <a:gdLst/>
              <a:ahLst/>
              <a:cxnLst/>
              <a:rect r="r" b="b" t="t" l="l"/>
              <a:pathLst>
                <a:path h="857920" w="2916855">
                  <a:moveTo>
                    <a:pt x="0" y="0"/>
                  </a:moveTo>
                  <a:lnTo>
                    <a:pt x="2916855" y="0"/>
                  </a:lnTo>
                  <a:lnTo>
                    <a:pt x="2916855" y="857920"/>
                  </a:lnTo>
                  <a:lnTo>
                    <a:pt x="0" y="857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47625"/>
              <a:ext cx="2916860" cy="81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93"/>
                </a:lnSpc>
              </a:pPr>
              <a:r>
                <a:rPr lang="en-US" sz="3949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80M+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2195" y="5018837"/>
            <a:ext cx="2187645" cy="285969"/>
            <a:chOff x="0" y="0"/>
            <a:chExt cx="2916860" cy="3812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16855" cy="381296"/>
            </a:xfrm>
            <a:custGeom>
              <a:avLst/>
              <a:gdLst/>
              <a:ahLst/>
              <a:cxnLst/>
              <a:rect r="r" b="b" t="t" l="l"/>
              <a:pathLst>
                <a:path h="381296" w="2916855">
                  <a:moveTo>
                    <a:pt x="0" y="0"/>
                  </a:moveTo>
                  <a:lnTo>
                    <a:pt x="2916855" y="0"/>
                  </a:lnTo>
                  <a:lnTo>
                    <a:pt x="291685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916860" cy="438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16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USERS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582676" y="3954532"/>
            <a:ext cx="2800560" cy="2200084"/>
            <a:chOff x="0" y="0"/>
            <a:chExt cx="3734079" cy="29334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255" y="8255"/>
              <a:ext cx="3717544" cy="2916936"/>
            </a:xfrm>
            <a:custGeom>
              <a:avLst/>
              <a:gdLst/>
              <a:ahLst/>
              <a:cxnLst/>
              <a:rect r="r" b="b" t="t" l="l"/>
              <a:pathLst>
                <a:path h="2916936" w="3717544">
                  <a:moveTo>
                    <a:pt x="0" y="0"/>
                  </a:moveTo>
                  <a:lnTo>
                    <a:pt x="3717544" y="0"/>
                  </a:lnTo>
                  <a:lnTo>
                    <a:pt x="3717544" y="2916936"/>
                  </a:lnTo>
                  <a:lnTo>
                    <a:pt x="0" y="291693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34054" cy="2933446"/>
            </a:xfrm>
            <a:custGeom>
              <a:avLst/>
              <a:gdLst/>
              <a:ahLst/>
              <a:cxnLst/>
              <a:rect r="r" b="b" t="t" l="l"/>
              <a:pathLst>
                <a:path h="2933446" w="3734054">
                  <a:moveTo>
                    <a:pt x="8255" y="0"/>
                  </a:moveTo>
                  <a:lnTo>
                    <a:pt x="3725799" y="0"/>
                  </a:lnTo>
                  <a:cubicBezTo>
                    <a:pt x="3730371" y="0"/>
                    <a:pt x="3734054" y="3683"/>
                    <a:pt x="3734054" y="8255"/>
                  </a:cubicBezTo>
                  <a:lnTo>
                    <a:pt x="3734054" y="2925191"/>
                  </a:lnTo>
                  <a:cubicBezTo>
                    <a:pt x="3734054" y="2929763"/>
                    <a:pt x="3730371" y="2933446"/>
                    <a:pt x="3725799" y="2933446"/>
                  </a:cubicBezTo>
                  <a:lnTo>
                    <a:pt x="8255" y="2933446"/>
                  </a:lnTo>
                  <a:cubicBezTo>
                    <a:pt x="3683" y="2933446"/>
                    <a:pt x="0" y="2929763"/>
                    <a:pt x="0" y="2925191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925191"/>
                  </a:lnTo>
                  <a:lnTo>
                    <a:pt x="8255" y="2925191"/>
                  </a:lnTo>
                  <a:lnTo>
                    <a:pt x="8255" y="2916936"/>
                  </a:lnTo>
                  <a:lnTo>
                    <a:pt x="3725799" y="2916936"/>
                  </a:lnTo>
                  <a:lnTo>
                    <a:pt x="3725799" y="2925191"/>
                  </a:lnTo>
                  <a:lnTo>
                    <a:pt x="3717544" y="2925191"/>
                  </a:lnTo>
                  <a:lnTo>
                    <a:pt x="3717544" y="8255"/>
                  </a:lnTo>
                  <a:lnTo>
                    <a:pt x="3725799" y="8255"/>
                  </a:lnTo>
                  <a:lnTo>
                    <a:pt x="3725799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889143" y="4260999"/>
            <a:ext cx="2187645" cy="643442"/>
            <a:chOff x="0" y="0"/>
            <a:chExt cx="2916860" cy="8579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16855" cy="857920"/>
            </a:xfrm>
            <a:custGeom>
              <a:avLst/>
              <a:gdLst/>
              <a:ahLst/>
              <a:cxnLst/>
              <a:rect r="r" b="b" t="t" l="l"/>
              <a:pathLst>
                <a:path h="857920" w="2916855">
                  <a:moveTo>
                    <a:pt x="0" y="0"/>
                  </a:moveTo>
                  <a:lnTo>
                    <a:pt x="2916855" y="0"/>
                  </a:lnTo>
                  <a:lnTo>
                    <a:pt x="2916855" y="857920"/>
                  </a:lnTo>
                  <a:lnTo>
                    <a:pt x="0" y="857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916860" cy="896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93"/>
                </a:lnSpc>
              </a:pPr>
              <a:r>
                <a:rPr lang="en-US" sz="3949" b="true">
                  <a:solidFill>
                    <a:srgbClr val="00D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৳15K+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89143" y="5018837"/>
            <a:ext cx="2187645" cy="285969"/>
            <a:chOff x="0" y="0"/>
            <a:chExt cx="2916860" cy="3812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16855" cy="381296"/>
            </a:xfrm>
            <a:custGeom>
              <a:avLst/>
              <a:gdLst/>
              <a:ahLst/>
              <a:cxnLst/>
              <a:rect r="r" b="b" t="t" l="l"/>
              <a:pathLst>
                <a:path h="381296" w="2916855">
                  <a:moveTo>
                    <a:pt x="0" y="0"/>
                  </a:moveTo>
                  <a:lnTo>
                    <a:pt x="2916855" y="0"/>
                  </a:lnTo>
                  <a:lnTo>
                    <a:pt x="291685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916860" cy="438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16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MONTHLY TXNS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65737" y="6335268"/>
            <a:ext cx="2800560" cy="2200084"/>
            <a:chOff x="0" y="0"/>
            <a:chExt cx="3734079" cy="293344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8255" y="8255"/>
              <a:ext cx="3717544" cy="2916936"/>
            </a:xfrm>
            <a:custGeom>
              <a:avLst/>
              <a:gdLst/>
              <a:ahLst/>
              <a:cxnLst/>
              <a:rect r="r" b="b" t="t" l="l"/>
              <a:pathLst>
                <a:path h="2916936" w="3717544">
                  <a:moveTo>
                    <a:pt x="0" y="0"/>
                  </a:moveTo>
                  <a:lnTo>
                    <a:pt x="3717544" y="0"/>
                  </a:lnTo>
                  <a:lnTo>
                    <a:pt x="3717544" y="2916936"/>
                  </a:lnTo>
                  <a:lnTo>
                    <a:pt x="0" y="291693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34054" cy="2933446"/>
            </a:xfrm>
            <a:custGeom>
              <a:avLst/>
              <a:gdLst/>
              <a:ahLst/>
              <a:cxnLst/>
              <a:rect r="r" b="b" t="t" l="l"/>
              <a:pathLst>
                <a:path h="2933446" w="3734054">
                  <a:moveTo>
                    <a:pt x="8255" y="0"/>
                  </a:moveTo>
                  <a:lnTo>
                    <a:pt x="3725799" y="0"/>
                  </a:lnTo>
                  <a:cubicBezTo>
                    <a:pt x="3730371" y="0"/>
                    <a:pt x="3734054" y="3683"/>
                    <a:pt x="3734054" y="8255"/>
                  </a:cubicBezTo>
                  <a:lnTo>
                    <a:pt x="3734054" y="2925191"/>
                  </a:lnTo>
                  <a:cubicBezTo>
                    <a:pt x="3734054" y="2929763"/>
                    <a:pt x="3730371" y="2933446"/>
                    <a:pt x="3725799" y="2933446"/>
                  </a:cubicBezTo>
                  <a:lnTo>
                    <a:pt x="8255" y="2933446"/>
                  </a:lnTo>
                  <a:cubicBezTo>
                    <a:pt x="3683" y="2933446"/>
                    <a:pt x="0" y="2929763"/>
                    <a:pt x="0" y="2925191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925191"/>
                  </a:lnTo>
                  <a:lnTo>
                    <a:pt x="8255" y="2925191"/>
                  </a:lnTo>
                  <a:lnTo>
                    <a:pt x="8255" y="2916936"/>
                  </a:lnTo>
                  <a:lnTo>
                    <a:pt x="3725799" y="2916936"/>
                  </a:lnTo>
                  <a:lnTo>
                    <a:pt x="3725799" y="2925191"/>
                  </a:lnTo>
                  <a:lnTo>
                    <a:pt x="3717544" y="2925191"/>
                  </a:lnTo>
                  <a:lnTo>
                    <a:pt x="3717544" y="8255"/>
                  </a:lnTo>
                  <a:lnTo>
                    <a:pt x="3725799" y="8255"/>
                  </a:lnTo>
                  <a:lnTo>
                    <a:pt x="3725799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72195" y="6677482"/>
            <a:ext cx="2187645" cy="643442"/>
            <a:chOff x="0" y="0"/>
            <a:chExt cx="2916860" cy="85792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16855" cy="857920"/>
            </a:xfrm>
            <a:custGeom>
              <a:avLst/>
              <a:gdLst/>
              <a:ahLst/>
              <a:cxnLst/>
              <a:rect r="r" b="b" t="t" l="l"/>
              <a:pathLst>
                <a:path h="857920" w="2916855">
                  <a:moveTo>
                    <a:pt x="0" y="0"/>
                  </a:moveTo>
                  <a:lnTo>
                    <a:pt x="2916855" y="0"/>
                  </a:lnTo>
                  <a:lnTo>
                    <a:pt x="2916855" y="857920"/>
                  </a:lnTo>
                  <a:lnTo>
                    <a:pt x="0" y="857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916860" cy="896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93"/>
                </a:lnSpc>
              </a:pPr>
              <a:r>
                <a:rPr lang="en-US" sz="3949" b="true">
                  <a:solidFill>
                    <a:srgbClr val="F871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৳60K+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2195" y="7435310"/>
            <a:ext cx="2187645" cy="285969"/>
            <a:chOff x="0" y="0"/>
            <a:chExt cx="2916860" cy="3812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16855" cy="381296"/>
            </a:xfrm>
            <a:custGeom>
              <a:avLst/>
              <a:gdLst/>
              <a:ahLst/>
              <a:cxnLst/>
              <a:rect r="r" b="b" t="t" l="l"/>
              <a:pathLst>
                <a:path h="381296" w="2916855">
                  <a:moveTo>
                    <a:pt x="0" y="0"/>
                  </a:moveTo>
                  <a:lnTo>
                    <a:pt x="2916855" y="0"/>
                  </a:lnTo>
                  <a:lnTo>
                    <a:pt x="291685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916860" cy="438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166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FRAUD LOSS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658226" y="6335268"/>
            <a:ext cx="2800560" cy="2200084"/>
            <a:chOff x="0" y="0"/>
            <a:chExt cx="3734079" cy="293344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255" y="8255"/>
              <a:ext cx="3717544" cy="2916936"/>
            </a:xfrm>
            <a:custGeom>
              <a:avLst/>
              <a:gdLst/>
              <a:ahLst/>
              <a:cxnLst/>
              <a:rect r="r" b="b" t="t" l="l"/>
              <a:pathLst>
                <a:path h="2916936" w="3717544">
                  <a:moveTo>
                    <a:pt x="0" y="0"/>
                  </a:moveTo>
                  <a:lnTo>
                    <a:pt x="3717544" y="0"/>
                  </a:lnTo>
                  <a:lnTo>
                    <a:pt x="3717544" y="2916936"/>
                  </a:lnTo>
                  <a:lnTo>
                    <a:pt x="0" y="291693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34054" cy="2933446"/>
            </a:xfrm>
            <a:custGeom>
              <a:avLst/>
              <a:gdLst/>
              <a:ahLst/>
              <a:cxnLst/>
              <a:rect r="r" b="b" t="t" l="l"/>
              <a:pathLst>
                <a:path h="2933446" w="3734054">
                  <a:moveTo>
                    <a:pt x="8255" y="0"/>
                  </a:moveTo>
                  <a:lnTo>
                    <a:pt x="3725799" y="0"/>
                  </a:lnTo>
                  <a:cubicBezTo>
                    <a:pt x="3730371" y="0"/>
                    <a:pt x="3734054" y="3683"/>
                    <a:pt x="3734054" y="8255"/>
                  </a:cubicBezTo>
                  <a:lnTo>
                    <a:pt x="3734054" y="2925191"/>
                  </a:lnTo>
                  <a:cubicBezTo>
                    <a:pt x="3734054" y="2929763"/>
                    <a:pt x="3730371" y="2933446"/>
                    <a:pt x="3725799" y="2933446"/>
                  </a:cubicBezTo>
                  <a:lnTo>
                    <a:pt x="8255" y="2933446"/>
                  </a:lnTo>
                  <a:cubicBezTo>
                    <a:pt x="3683" y="2933446"/>
                    <a:pt x="0" y="2929763"/>
                    <a:pt x="0" y="2925191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925191"/>
                  </a:lnTo>
                  <a:lnTo>
                    <a:pt x="8255" y="2925191"/>
                  </a:lnTo>
                  <a:lnTo>
                    <a:pt x="8255" y="2916936"/>
                  </a:lnTo>
                  <a:lnTo>
                    <a:pt x="3725799" y="2916936"/>
                  </a:lnTo>
                  <a:lnTo>
                    <a:pt x="3725799" y="2925191"/>
                  </a:lnTo>
                  <a:lnTo>
                    <a:pt x="3717544" y="2925191"/>
                  </a:lnTo>
                  <a:lnTo>
                    <a:pt x="3717544" y="8255"/>
                  </a:lnTo>
                  <a:lnTo>
                    <a:pt x="3725799" y="8255"/>
                  </a:lnTo>
                  <a:lnTo>
                    <a:pt x="3725799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3889143" y="6677482"/>
            <a:ext cx="2187645" cy="643442"/>
            <a:chOff x="0" y="0"/>
            <a:chExt cx="2916860" cy="85792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16855" cy="857920"/>
            </a:xfrm>
            <a:custGeom>
              <a:avLst/>
              <a:gdLst/>
              <a:ahLst/>
              <a:cxnLst/>
              <a:rect r="r" b="b" t="t" l="l"/>
              <a:pathLst>
                <a:path h="857920" w="2916855">
                  <a:moveTo>
                    <a:pt x="0" y="0"/>
                  </a:moveTo>
                  <a:lnTo>
                    <a:pt x="2916855" y="0"/>
                  </a:lnTo>
                  <a:lnTo>
                    <a:pt x="2916855" y="857920"/>
                  </a:lnTo>
                  <a:lnTo>
                    <a:pt x="0" y="857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47625"/>
              <a:ext cx="2916860" cy="81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93"/>
                </a:lnSpc>
              </a:pPr>
              <a:r>
                <a:rPr lang="en-US" sz="3949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45%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889143" y="7435310"/>
            <a:ext cx="2187645" cy="285969"/>
            <a:chOff x="0" y="0"/>
            <a:chExt cx="2916860" cy="3812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16855" cy="381296"/>
            </a:xfrm>
            <a:custGeom>
              <a:avLst/>
              <a:gdLst/>
              <a:ahLst/>
              <a:cxnLst/>
              <a:rect r="r" b="b" t="t" l="l"/>
              <a:pathLst>
                <a:path h="381296" w="2916855">
                  <a:moveTo>
                    <a:pt x="0" y="0"/>
                  </a:moveTo>
                  <a:lnTo>
                    <a:pt x="2916855" y="0"/>
                  </a:lnTo>
                  <a:lnTo>
                    <a:pt x="291685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2916860" cy="438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166">
                  <a:solidFill>
                    <a:srgbClr val="00D9C0"/>
                  </a:solidFill>
                  <a:latin typeface="Inter"/>
                  <a:ea typeface="Inter"/>
                  <a:cs typeface="Inter"/>
                  <a:sym typeface="Inter"/>
                </a:rPr>
                <a:t>YOY GROWTH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057173" y="245192"/>
            <a:ext cx="11352857" cy="10056038"/>
            <a:chOff x="0" y="0"/>
            <a:chExt cx="15137143" cy="134080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137130" cy="13408000"/>
            </a:xfrm>
            <a:custGeom>
              <a:avLst/>
              <a:gdLst/>
              <a:ahLst/>
              <a:cxnLst/>
              <a:rect r="r" b="b" t="t" l="l"/>
              <a:pathLst>
                <a:path h="13408000" w="15137130">
                  <a:moveTo>
                    <a:pt x="0" y="0"/>
                  </a:moveTo>
                  <a:lnTo>
                    <a:pt x="15137130" y="0"/>
                  </a:lnTo>
                  <a:lnTo>
                    <a:pt x="15137130" y="13408000"/>
                  </a:lnTo>
                  <a:lnTo>
                    <a:pt x="0" y="13408000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520911" y="571948"/>
            <a:ext cx="10208990" cy="329151"/>
            <a:chOff x="0" y="0"/>
            <a:chExt cx="13611987" cy="4388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611992" cy="438864"/>
            </a:xfrm>
            <a:custGeom>
              <a:avLst/>
              <a:gdLst/>
              <a:ahLst/>
              <a:cxnLst/>
              <a:rect r="r" b="b" t="t" l="l"/>
              <a:pathLst>
                <a:path h="438864" w="13611992">
                  <a:moveTo>
                    <a:pt x="0" y="0"/>
                  </a:moveTo>
                  <a:lnTo>
                    <a:pt x="13611992" y="0"/>
                  </a:lnTo>
                  <a:lnTo>
                    <a:pt x="13611992" y="438864"/>
                  </a:lnTo>
                  <a:lnTo>
                    <a:pt x="0" y="4388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3611987" cy="476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6"/>
                </a:lnSpc>
              </a:pPr>
              <a:r>
                <a:rPr lang="en-US" sz="157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TRANSACTION GROWTH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514720" y="4226204"/>
            <a:ext cx="5002501" cy="1184881"/>
            <a:chOff x="0" y="0"/>
            <a:chExt cx="6670002" cy="157984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8255" y="8255"/>
              <a:ext cx="6653531" cy="1563370"/>
            </a:xfrm>
            <a:custGeom>
              <a:avLst/>
              <a:gdLst/>
              <a:ahLst/>
              <a:cxnLst/>
              <a:rect r="r" b="b" t="t" l="l"/>
              <a:pathLst>
                <a:path h="1563370" w="6653531">
                  <a:moveTo>
                    <a:pt x="0" y="0"/>
                  </a:moveTo>
                  <a:lnTo>
                    <a:pt x="6653531" y="0"/>
                  </a:lnTo>
                  <a:lnTo>
                    <a:pt x="6653531" y="1563370"/>
                  </a:lnTo>
                  <a:lnTo>
                    <a:pt x="0" y="1563370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700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6670040">
                  <a:moveTo>
                    <a:pt x="8255" y="0"/>
                  </a:moveTo>
                  <a:lnTo>
                    <a:pt x="6661786" y="0"/>
                  </a:lnTo>
                  <a:cubicBezTo>
                    <a:pt x="6666357" y="0"/>
                    <a:pt x="6670040" y="3683"/>
                    <a:pt x="6670040" y="8255"/>
                  </a:cubicBezTo>
                  <a:lnTo>
                    <a:pt x="6670040" y="1571625"/>
                  </a:lnTo>
                  <a:cubicBezTo>
                    <a:pt x="6670040" y="1576197"/>
                    <a:pt x="6666357" y="1579880"/>
                    <a:pt x="6661786" y="1579880"/>
                  </a:cubicBezTo>
                  <a:lnTo>
                    <a:pt x="8255" y="1579880"/>
                  </a:lnTo>
                  <a:cubicBezTo>
                    <a:pt x="3683" y="1579880"/>
                    <a:pt x="0" y="1576197"/>
                    <a:pt x="0" y="1571625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571625"/>
                  </a:lnTo>
                  <a:lnTo>
                    <a:pt x="8255" y="1571625"/>
                  </a:lnTo>
                  <a:lnTo>
                    <a:pt x="8255" y="1563370"/>
                  </a:lnTo>
                  <a:lnTo>
                    <a:pt x="6661786" y="1563370"/>
                  </a:lnTo>
                  <a:lnTo>
                    <a:pt x="6661786" y="1571625"/>
                  </a:lnTo>
                  <a:lnTo>
                    <a:pt x="6653530" y="1571625"/>
                  </a:lnTo>
                  <a:lnTo>
                    <a:pt x="6653530" y="8255"/>
                  </a:lnTo>
                  <a:lnTo>
                    <a:pt x="6661786" y="8255"/>
                  </a:lnTo>
                  <a:lnTo>
                    <a:pt x="666178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7" id="57" descr="image.png"/>
          <p:cNvSpPr/>
          <p:nvPr/>
        </p:nvSpPr>
        <p:spPr>
          <a:xfrm flipH="false" flipV="false" rot="0">
            <a:off x="8893550" y="4479769"/>
            <a:ext cx="343157" cy="334585"/>
          </a:xfrm>
          <a:custGeom>
            <a:avLst/>
            <a:gdLst/>
            <a:ahLst/>
            <a:cxnLst/>
            <a:rect r="r" b="b" t="t" l="l"/>
            <a:pathLst>
              <a:path h="334585" w="343157">
                <a:moveTo>
                  <a:pt x="0" y="0"/>
                </a:moveTo>
                <a:lnTo>
                  <a:pt x="343157" y="0"/>
                </a:lnTo>
                <a:lnTo>
                  <a:pt x="343157" y="334585"/>
                </a:lnTo>
                <a:lnTo>
                  <a:pt x="0" y="33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9351093" y="4504077"/>
            <a:ext cx="1787290" cy="285969"/>
            <a:chOff x="0" y="0"/>
            <a:chExt cx="2383053" cy="3812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83052" cy="381296"/>
            </a:xfrm>
            <a:custGeom>
              <a:avLst/>
              <a:gdLst/>
              <a:ahLst/>
              <a:cxnLst/>
              <a:rect r="r" b="b" t="t" l="l"/>
              <a:pathLst>
                <a:path h="381296" w="2383052">
                  <a:moveTo>
                    <a:pt x="0" y="0"/>
                  </a:moveTo>
                  <a:lnTo>
                    <a:pt x="2383052" y="0"/>
                  </a:lnTo>
                  <a:lnTo>
                    <a:pt x="238305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383053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Syndicate Threats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50747" y="4933045"/>
            <a:ext cx="2130447" cy="228781"/>
            <a:chOff x="0" y="0"/>
            <a:chExt cx="2840596" cy="30504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40597" cy="305038"/>
            </a:xfrm>
            <a:custGeom>
              <a:avLst/>
              <a:gdLst/>
              <a:ahLst/>
              <a:cxnLst/>
              <a:rect r="r" b="b" t="t" l="l"/>
              <a:pathLst>
                <a:path h="305038" w="2840597">
                  <a:moveTo>
                    <a:pt x="0" y="0"/>
                  </a:moveTo>
                  <a:lnTo>
                    <a:pt x="2840597" y="0"/>
                  </a:lnTo>
                  <a:lnTo>
                    <a:pt x="2840597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284059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Coordinated attacks rising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733601" y="4226204"/>
            <a:ext cx="5002501" cy="1184881"/>
            <a:chOff x="0" y="0"/>
            <a:chExt cx="6670002" cy="157984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8255" y="8255"/>
              <a:ext cx="6653531" cy="1563370"/>
            </a:xfrm>
            <a:custGeom>
              <a:avLst/>
              <a:gdLst/>
              <a:ahLst/>
              <a:cxnLst/>
              <a:rect r="r" b="b" t="t" l="l"/>
              <a:pathLst>
                <a:path h="1563370" w="6653531">
                  <a:moveTo>
                    <a:pt x="0" y="0"/>
                  </a:moveTo>
                  <a:lnTo>
                    <a:pt x="6653531" y="0"/>
                  </a:lnTo>
                  <a:lnTo>
                    <a:pt x="6653531" y="1563370"/>
                  </a:lnTo>
                  <a:lnTo>
                    <a:pt x="0" y="1563370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700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6670040">
                  <a:moveTo>
                    <a:pt x="8255" y="0"/>
                  </a:moveTo>
                  <a:lnTo>
                    <a:pt x="6661786" y="0"/>
                  </a:lnTo>
                  <a:cubicBezTo>
                    <a:pt x="6666357" y="0"/>
                    <a:pt x="6670040" y="3683"/>
                    <a:pt x="6670040" y="8255"/>
                  </a:cubicBezTo>
                  <a:lnTo>
                    <a:pt x="6670040" y="1571625"/>
                  </a:lnTo>
                  <a:cubicBezTo>
                    <a:pt x="6670040" y="1576197"/>
                    <a:pt x="6666357" y="1579880"/>
                    <a:pt x="6661786" y="1579880"/>
                  </a:cubicBezTo>
                  <a:lnTo>
                    <a:pt x="8255" y="1579880"/>
                  </a:lnTo>
                  <a:cubicBezTo>
                    <a:pt x="3683" y="1579880"/>
                    <a:pt x="0" y="1576197"/>
                    <a:pt x="0" y="1571625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571625"/>
                  </a:lnTo>
                  <a:lnTo>
                    <a:pt x="8255" y="1571625"/>
                  </a:lnTo>
                  <a:lnTo>
                    <a:pt x="8255" y="1563370"/>
                  </a:lnTo>
                  <a:lnTo>
                    <a:pt x="6661786" y="1563370"/>
                  </a:lnTo>
                  <a:lnTo>
                    <a:pt x="6661786" y="1571625"/>
                  </a:lnTo>
                  <a:lnTo>
                    <a:pt x="6653530" y="1571625"/>
                  </a:lnTo>
                  <a:lnTo>
                    <a:pt x="6653530" y="8255"/>
                  </a:lnTo>
                  <a:lnTo>
                    <a:pt x="6661786" y="8255"/>
                  </a:lnTo>
                  <a:lnTo>
                    <a:pt x="666178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7" id="67" descr="image.png"/>
          <p:cNvSpPr/>
          <p:nvPr/>
        </p:nvSpPr>
        <p:spPr>
          <a:xfrm flipH="false" flipV="false" rot="0">
            <a:off x="14169628" y="4484065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0" r="-1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4627171" y="4504077"/>
            <a:ext cx="1672904" cy="285969"/>
            <a:chOff x="0" y="0"/>
            <a:chExt cx="2230539" cy="3812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30537" cy="381296"/>
            </a:xfrm>
            <a:custGeom>
              <a:avLst/>
              <a:gdLst/>
              <a:ahLst/>
              <a:cxnLst/>
              <a:rect r="r" b="b" t="t" l="l"/>
              <a:pathLst>
                <a:path h="381296" w="2230537">
                  <a:moveTo>
                    <a:pt x="0" y="0"/>
                  </a:moveTo>
                  <a:lnTo>
                    <a:pt x="2230537" y="0"/>
                  </a:lnTo>
                  <a:lnTo>
                    <a:pt x="2230537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230539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BFIU Compliance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897956" y="4933045"/>
            <a:ext cx="2673782" cy="228781"/>
            <a:chOff x="0" y="0"/>
            <a:chExt cx="3565042" cy="30504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565045" cy="305038"/>
            </a:xfrm>
            <a:custGeom>
              <a:avLst/>
              <a:gdLst/>
              <a:ahLst/>
              <a:cxnLst/>
              <a:rect r="r" b="b" t="t" l="l"/>
              <a:pathLst>
                <a:path h="305038" w="3565045">
                  <a:moveTo>
                    <a:pt x="0" y="0"/>
                  </a:moveTo>
                  <a:lnTo>
                    <a:pt x="3565045" y="0"/>
                  </a:lnTo>
                  <a:lnTo>
                    <a:pt x="3565045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3565042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Bangladesh Bank Acts tightening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7514720" y="990908"/>
            <a:ext cx="10215182" cy="3192244"/>
          </a:xfrm>
          <a:custGeom>
            <a:avLst/>
            <a:gdLst/>
            <a:ahLst/>
            <a:cxnLst/>
            <a:rect r="r" b="b" t="t" l="l"/>
            <a:pathLst>
              <a:path h="3192244" w="10215182">
                <a:moveTo>
                  <a:pt x="0" y="0"/>
                </a:moveTo>
                <a:lnTo>
                  <a:pt x="10215182" y="0"/>
                </a:lnTo>
                <a:lnTo>
                  <a:pt x="10215182" y="3192244"/>
                </a:lnTo>
                <a:lnTo>
                  <a:pt x="0" y="3192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514711" y="5458711"/>
            <a:ext cx="10215191" cy="4469146"/>
          </a:xfrm>
          <a:custGeom>
            <a:avLst/>
            <a:gdLst/>
            <a:ahLst/>
            <a:cxnLst/>
            <a:rect r="r" b="b" t="t" l="l"/>
            <a:pathLst>
              <a:path h="4469146" w="10215191">
                <a:moveTo>
                  <a:pt x="0" y="0"/>
                </a:moveTo>
                <a:lnTo>
                  <a:pt x="10215191" y="0"/>
                </a:lnTo>
                <a:lnTo>
                  <a:pt x="10215191" y="4469146"/>
                </a:lnTo>
                <a:lnTo>
                  <a:pt x="0" y="4469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4830941" y="7835579"/>
            <a:ext cx="304031" cy="323905"/>
          </a:xfrm>
          <a:custGeom>
            <a:avLst/>
            <a:gdLst/>
            <a:ahLst/>
            <a:cxnLst/>
            <a:rect r="r" b="b" t="t" l="l"/>
            <a:pathLst>
              <a:path h="323905" w="304031">
                <a:moveTo>
                  <a:pt x="0" y="0"/>
                </a:moveTo>
                <a:lnTo>
                  <a:pt x="304031" y="0"/>
                </a:lnTo>
                <a:lnTo>
                  <a:pt x="304031" y="323905"/>
                </a:lnTo>
                <a:lnTo>
                  <a:pt x="0" y="323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777567" y="7834094"/>
            <a:ext cx="376900" cy="325390"/>
          </a:xfrm>
          <a:custGeom>
            <a:avLst/>
            <a:gdLst/>
            <a:ahLst/>
            <a:cxnLst/>
            <a:rect r="r" b="b" t="t" l="l"/>
            <a:pathLst>
              <a:path h="325390" w="376900">
                <a:moveTo>
                  <a:pt x="0" y="0"/>
                </a:moveTo>
                <a:lnTo>
                  <a:pt x="376900" y="0"/>
                </a:lnTo>
                <a:lnTo>
                  <a:pt x="376900" y="325390"/>
                </a:lnTo>
                <a:lnTo>
                  <a:pt x="0" y="325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4710797" y="5361956"/>
            <a:ext cx="544318" cy="544318"/>
          </a:xfrm>
          <a:custGeom>
            <a:avLst/>
            <a:gdLst/>
            <a:ahLst/>
            <a:cxnLst/>
            <a:rect r="r" b="b" t="t" l="l"/>
            <a:pathLst>
              <a:path h="544318" w="544318">
                <a:moveTo>
                  <a:pt x="0" y="0"/>
                </a:moveTo>
                <a:lnTo>
                  <a:pt x="544318" y="0"/>
                </a:lnTo>
                <a:lnTo>
                  <a:pt x="544318" y="544318"/>
                </a:lnTo>
                <a:lnTo>
                  <a:pt x="0" y="5443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777567" y="5458711"/>
            <a:ext cx="376900" cy="330415"/>
          </a:xfrm>
          <a:custGeom>
            <a:avLst/>
            <a:gdLst/>
            <a:ahLst/>
            <a:cxnLst/>
            <a:rect r="r" b="b" t="t" l="l"/>
            <a:pathLst>
              <a:path h="330415" w="376900">
                <a:moveTo>
                  <a:pt x="0" y="0"/>
                </a:moveTo>
                <a:lnTo>
                  <a:pt x="376900" y="0"/>
                </a:lnTo>
                <a:lnTo>
                  <a:pt x="376900" y="330415"/>
                </a:lnTo>
                <a:lnTo>
                  <a:pt x="0" y="330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01" y="-6201"/>
            <a:ext cx="7333126" cy="10307431"/>
            <a:chOff x="0" y="0"/>
            <a:chExt cx="9777501" cy="137432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255" y="8255"/>
              <a:ext cx="976096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F3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77476" cy="13743178"/>
            </a:xfrm>
            <a:custGeom>
              <a:avLst/>
              <a:gdLst/>
              <a:ahLst/>
              <a:cxnLst/>
              <a:rect r="r" b="b" t="t" l="l"/>
              <a:pathLst>
                <a:path h="13743178" w="9777476">
                  <a:moveTo>
                    <a:pt x="8255" y="0"/>
                  </a:moveTo>
                  <a:lnTo>
                    <a:pt x="9769221" y="0"/>
                  </a:lnTo>
                  <a:cubicBezTo>
                    <a:pt x="9773793" y="0"/>
                    <a:pt x="9777476" y="3683"/>
                    <a:pt x="9777476" y="8255"/>
                  </a:cubicBezTo>
                  <a:lnTo>
                    <a:pt x="9777476" y="13734923"/>
                  </a:lnTo>
                  <a:cubicBezTo>
                    <a:pt x="9777476" y="13739495"/>
                    <a:pt x="9773793" y="13743178"/>
                    <a:pt x="9769221" y="13743178"/>
                  </a:cubicBezTo>
                  <a:lnTo>
                    <a:pt x="8255" y="13743178"/>
                  </a:lnTo>
                  <a:cubicBezTo>
                    <a:pt x="3683" y="13743178"/>
                    <a:pt x="0" y="13739495"/>
                    <a:pt x="0" y="13734923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3734923"/>
                  </a:lnTo>
                  <a:lnTo>
                    <a:pt x="8255" y="13734923"/>
                  </a:lnTo>
                  <a:lnTo>
                    <a:pt x="8255" y="13726668"/>
                  </a:lnTo>
                  <a:lnTo>
                    <a:pt x="9769221" y="13726668"/>
                  </a:lnTo>
                  <a:lnTo>
                    <a:pt x="9769221" y="13734923"/>
                  </a:lnTo>
                  <a:lnTo>
                    <a:pt x="9760965" y="13734923"/>
                  </a:lnTo>
                  <a:lnTo>
                    <a:pt x="9760965" y="8255"/>
                  </a:lnTo>
                  <a:lnTo>
                    <a:pt x="9769221" y="8255"/>
                  </a:lnTo>
                  <a:lnTo>
                    <a:pt x="9769221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1F293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71929" y="657739"/>
            <a:ext cx="571929" cy="57198"/>
            <a:chOff x="0" y="0"/>
            <a:chExt cx="762572" cy="76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635" cy="76200"/>
            </a:xfrm>
            <a:custGeom>
              <a:avLst/>
              <a:gdLst/>
              <a:ahLst/>
              <a:cxnLst/>
              <a:rect r="r" b="b" t="t" l="l"/>
              <a:pathLst>
                <a:path h="76200" w="762635">
                  <a:moveTo>
                    <a:pt x="0" y="0"/>
                  </a:moveTo>
                  <a:lnTo>
                    <a:pt x="762635" y="0"/>
                  </a:lnTo>
                  <a:lnTo>
                    <a:pt x="76263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D9C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15441" y="571948"/>
            <a:ext cx="1415529" cy="228781"/>
            <a:chOff x="0" y="0"/>
            <a:chExt cx="1887372" cy="305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7376" cy="305038"/>
            </a:xfrm>
            <a:custGeom>
              <a:avLst/>
              <a:gdLst/>
              <a:ahLst/>
              <a:cxnLst/>
              <a:rect r="r" b="b" t="t" l="l"/>
              <a:pathLst>
                <a:path h="305038" w="1887376">
                  <a:moveTo>
                    <a:pt x="0" y="0"/>
                  </a:moveTo>
                  <a:lnTo>
                    <a:pt x="1887376" y="0"/>
                  </a:lnTo>
                  <a:lnTo>
                    <a:pt x="1887376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87372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COMPETITION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929" y="972312"/>
            <a:ext cx="6162570" cy="643442"/>
            <a:chOff x="0" y="0"/>
            <a:chExt cx="8216760" cy="8579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16764" cy="857920"/>
            </a:xfrm>
            <a:custGeom>
              <a:avLst/>
              <a:gdLst/>
              <a:ahLst/>
              <a:cxnLst/>
              <a:rect r="r" b="b" t="t" l="l"/>
              <a:pathLst>
                <a:path h="857920" w="8216764">
                  <a:moveTo>
                    <a:pt x="0" y="0"/>
                  </a:moveTo>
                  <a:lnTo>
                    <a:pt x="8216764" y="0"/>
                  </a:lnTo>
                  <a:lnTo>
                    <a:pt x="8216764" y="857920"/>
                  </a:lnTo>
                  <a:lnTo>
                    <a:pt x="0" y="857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216760" cy="905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90"/>
                </a:lnSpc>
              </a:pPr>
              <a:r>
                <a:rPr lang="en-US" sz="323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CloverShield Wins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929" y="2016109"/>
            <a:ext cx="6162570" cy="1029500"/>
            <a:chOff x="0" y="0"/>
            <a:chExt cx="8216760" cy="13726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16773" cy="1372616"/>
            </a:xfrm>
            <a:custGeom>
              <a:avLst/>
              <a:gdLst/>
              <a:ahLst/>
              <a:cxnLst/>
              <a:rect r="r" b="b" t="t" l="l"/>
              <a:pathLst>
                <a:path h="1372616" w="8216773">
                  <a:moveTo>
                    <a:pt x="0" y="0"/>
                  </a:moveTo>
                  <a:lnTo>
                    <a:pt x="8216773" y="0"/>
                  </a:lnTo>
                  <a:lnTo>
                    <a:pt x="8216773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156315" y="2431723"/>
            <a:ext cx="1029500" cy="198272"/>
            <a:chOff x="0" y="0"/>
            <a:chExt cx="1372667" cy="2643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2743" cy="264414"/>
            </a:xfrm>
            <a:custGeom>
              <a:avLst/>
              <a:gdLst/>
              <a:ahLst/>
              <a:cxnLst/>
              <a:rect r="r" b="b" t="t" l="l"/>
              <a:pathLst>
                <a:path h="264414" w="1372743">
                  <a:moveTo>
                    <a:pt x="132207" y="0"/>
                  </a:moveTo>
                  <a:lnTo>
                    <a:pt x="1240536" y="0"/>
                  </a:lnTo>
                  <a:cubicBezTo>
                    <a:pt x="1313561" y="0"/>
                    <a:pt x="1372743" y="59182"/>
                    <a:pt x="1372743" y="132207"/>
                  </a:cubicBezTo>
                  <a:lnTo>
                    <a:pt x="1372743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7" id="17" descr="image.png"/>
          <p:cNvSpPr/>
          <p:nvPr/>
        </p:nvSpPr>
        <p:spPr>
          <a:xfrm flipH="false" flipV="false" rot="0">
            <a:off x="857898" y="2367858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72638" y="2244890"/>
            <a:ext cx="3002642" cy="285969"/>
            <a:chOff x="0" y="0"/>
            <a:chExt cx="4003523" cy="3812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03526" cy="381296"/>
            </a:xfrm>
            <a:custGeom>
              <a:avLst/>
              <a:gdLst/>
              <a:ahLst/>
              <a:cxnLst/>
              <a:rect r="r" b="b" t="t" l="l"/>
              <a:pathLst>
                <a:path h="381296" w="4003526">
                  <a:moveTo>
                    <a:pt x="0" y="0"/>
                  </a:moveTo>
                  <a:lnTo>
                    <a:pt x="4003526" y="0"/>
                  </a:lnTo>
                  <a:lnTo>
                    <a:pt x="4003526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03523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100% On-Premise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2638" y="2588057"/>
            <a:ext cx="3002642" cy="228781"/>
            <a:chOff x="0" y="0"/>
            <a:chExt cx="4003523" cy="3050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03526" cy="305038"/>
            </a:xfrm>
            <a:custGeom>
              <a:avLst/>
              <a:gdLst/>
              <a:ahLst/>
              <a:cxnLst/>
              <a:rect r="r" b="b" t="t" l="l"/>
              <a:pathLst>
                <a:path h="305038" w="4003526">
                  <a:moveTo>
                    <a:pt x="0" y="0"/>
                  </a:moveTo>
                  <a:lnTo>
                    <a:pt x="4003526" y="0"/>
                  </a:lnTo>
                  <a:lnTo>
                    <a:pt x="4003526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003523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Data never leaves your infrastructure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1929" y="3217202"/>
            <a:ext cx="6162570" cy="1029500"/>
            <a:chOff x="0" y="0"/>
            <a:chExt cx="8216760" cy="13726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16773" cy="1372616"/>
            </a:xfrm>
            <a:custGeom>
              <a:avLst/>
              <a:gdLst/>
              <a:ahLst/>
              <a:cxnLst/>
              <a:rect r="r" b="b" t="t" l="l"/>
              <a:pathLst>
                <a:path h="1372616" w="8216773">
                  <a:moveTo>
                    <a:pt x="0" y="0"/>
                  </a:moveTo>
                  <a:lnTo>
                    <a:pt x="8216773" y="0"/>
                  </a:lnTo>
                  <a:lnTo>
                    <a:pt x="8216773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-5400000">
            <a:off x="156315" y="3632816"/>
            <a:ext cx="1029500" cy="198272"/>
            <a:chOff x="0" y="0"/>
            <a:chExt cx="1372667" cy="2643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2743" cy="264414"/>
            </a:xfrm>
            <a:custGeom>
              <a:avLst/>
              <a:gdLst/>
              <a:ahLst/>
              <a:cxnLst/>
              <a:rect r="r" b="b" t="t" l="l"/>
              <a:pathLst>
                <a:path h="264414" w="1372743">
                  <a:moveTo>
                    <a:pt x="132207" y="0"/>
                  </a:moveTo>
                  <a:lnTo>
                    <a:pt x="1240536" y="0"/>
                  </a:lnTo>
                  <a:cubicBezTo>
                    <a:pt x="1313561" y="0"/>
                    <a:pt x="1372743" y="59182"/>
                    <a:pt x="1372743" y="132207"/>
                  </a:cubicBezTo>
                  <a:lnTo>
                    <a:pt x="1372743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 descr="image.png"/>
          <p:cNvSpPr/>
          <p:nvPr/>
        </p:nvSpPr>
        <p:spPr>
          <a:xfrm flipH="false" flipV="false" rot="0">
            <a:off x="857898" y="3586105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0" r="-1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372638" y="3445983"/>
            <a:ext cx="3074137" cy="285969"/>
            <a:chOff x="0" y="0"/>
            <a:chExt cx="4098849" cy="3812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98848" cy="381296"/>
            </a:xfrm>
            <a:custGeom>
              <a:avLst/>
              <a:gdLst/>
              <a:ahLst/>
              <a:cxnLst/>
              <a:rect r="r" b="b" t="t" l="l"/>
              <a:pathLst>
                <a:path h="381296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098849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&lt;200ms Latency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2638" y="3789150"/>
            <a:ext cx="3074137" cy="228781"/>
            <a:chOff x="0" y="0"/>
            <a:chExt cx="4098849" cy="3050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98848" cy="305038"/>
            </a:xfrm>
            <a:custGeom>
              <a:avLst/>
              <a:gdLst/>
              <a:ahLst/>
              <a:cxnLst/>
              <a:rect r="r" b="b" t="t" l="l"/>
              <a:pathLst>
                <a:path h="305038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098849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LAN speed, zero internet dependency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71929" y="4418286"/>
            <a:ext cx="6162570" cy="1029500"/>
            <a:chOff x="0" y="0"/>
            <a:chExt cx="8216760" cy="13726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16773" cy="1372616"/>
            </a:xfrm>
            <a:custGeom>
              <a:avLst/>
              <a:gdLst/>
              <a:ahLst/>
              <a:cxnLst/>
              <a:rect r="r" b="b" t="t" l="l"/>
              <a:pathLst>
                <a:path h="1372616" w="8216773">
                  <a:moveTo>
                    <a:pt x="0" y="0"/>
                  </a:moveTo>
                  <a:lnTo>
                    <a:pt x="8216773" y="0"/>
                  </a:lnTo>
                  <a:lnTo>
                    <a:pt x="8216773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7" id="37"/>
          <p:cNvGrpSpPr/>
          <p:nvPr/>
        </p:nvGrpSpPr>
        <p:grpSpPr>
          <a:xfrm rot="-5400000">
            <a:off x="156315" y="4833899"/>
            <a:ext cx="1029500" cy="198272"/>
            <a:chOff x="0" y="0"/>
            <a:chExt cx="1372667" cy="2643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2743" cy="264414"/>
            </a:xfrm>
            <a:custGeom>
              <a:avLst/>
              <a:gdLst/>
              <a:ahLst/>
              <a:cxnLst/>
              <a:rect r="r" b="b" t="t" l="l"/>
              <a:pathLst>
                <a:path h="264414" w="1372743">
                  <a:moveTo>
                    <a:pt x="132207" y="0"/>
                  </a:moveTo>
                  <a:lnTo>
                    <a:pt x="1240536" y="0"/>
                  </a:lnTo>
                  <a:cubicBezTo>
                    <a:pt x="1313561" y="0"/>
                    <a:pt x="1372743" y="59182"/>
                    <a:pt x="1372743" y="132207"/>
                  </a:cubicBezTo>
                  <a:lnTo>
                    <a:pt x="1372743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9" id="39" descr="image.png"/>
          <p:cNvSpPr/>
          <p:nvPr/>
        </p:nvSpPr>
        <p:spPr>
          <a:xfrm flipH="false" flipV="false" rot="0">
            <a:off x="857898" y="4778616"/>
            <a:ext cx="343157" cy="308848"/>
          </a:xfrm>
          <a:custGeom>
            <a:avLst/>
            <a:gdLst/>
            <a:ahLst/>
            <a:cxnLst/>
            <a:rect r="r" b="b" t="t" l="l"/>
            <a:pathLst>
              <a:path h="308848" w="343157">
                <a:moveTo>
                  <a:pt x="0" y="0"/>
                </a:moveTo>
                <a:lnTo>
                  <a:pt x="343157" y="0"/>
                </a:lnTo>
                <a:lnTo>
                  <a:pt x="343157" y="308848"/>
                </a:lnTo>
                <a:lnTo>
                  <a:pt x="0" y="308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372638" y="4647067"/>
            <a:ext cx="3388700" cy="285969"/>
            <a:chOff x="0" y="0"/>
            <a:chExt cx="4518266" cy="3812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18266" cy="381296"/>
            </a:xfrm>
            <a:custGeom>
              <a:avLst/>
              <a:gdLst/>
              <a:ahLst/>
              <a:cxnLst/>
              <a:rect r="r" b="b" t="t" l="l"/>
              <a:pathLst>
                <a:path h="381296" w="4518266">
                  <a:moveTo>
                    <a:pt x="0" y="0"/>
                  </a:moveTo>
                  <a:lnTo>
                    <a:pt x="4518266" y="0"/>
                  </a:lnTo>
                  <a:lnTo>
                    <a:pt x="4518266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518266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BD Law Compliant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72638" y="4990233"/>
            <a:ext cx="3388700" cy="228781"/>
            <a:chOff x="0" y="0"/>
            <a:chExt cx="4518266" cy="3050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18266" cy="305038"/>
            </a:xfrm>
            <a:custGeom>
              <a:avLst/>
              <a:gdLst/>
              <a:ahLst/>
              <a:cxnLst/>
              <a:rect r="r" b="b" t="t" l="l"/>
              <a:pathLst>
                <a:path h="305038" w="4518266">
                  <a:moveTo>
                    <a:pt x="0" y="0"/>
                  </a:moveTo>
                  <a:lnTo>
                    <a:pt x="4518266" y="0"/>
                  </a:lnTo>
                  <a:lnTo>
                    <a:pt x="4518266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4518266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Fully compliant with data sovereignty acts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71929" y="5619379"/>
            <a:ext cx="6162570" cy="1029500"/>
            <a:chOff x="0" y="0"/>
            <a:chExt cx="8216760" cy="13726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216773" cy="1372616"/>
            </a:xfrm>
            <a:custGeom>
              <a:avLst/>
              <a:gdLst/>
              <a:ahLst/>
              <a:cxnLst/>
              <a:rect r="r" b="b" t="t" l="l"/>
              <a:pathLst>
                <a:path h="1372616" w="8216773">
                  <a:moveTo>
                    <a:pt x="0" y="0"/>
                  </a:moveTo>
                  <a:lnTo>
                    <a:pt x="8216773" y="0"/>
                  </a:lnTo>
                  <a:lnTo>
                    <a:pt x="8216773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8" id="48"/>
          <p:cNvGrpSpPr/>
          <p:nvPr/>
        </p:nvGrpSpPr>
        <p:grpSpPr>
          <a:xfrm rot="-5400000">
            <a:off x="156315" y="6034992"/>
            <a:ext cx="1029500" cy="198272"/>
            <a:chOff x="0" y="0"/>
            <a:chExt cx="1372667" cy="26436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72743" cy="264414"/>
            </a:xfrm>
            <a:custGeom>
              <a:avLst/>
              <a:gdLst/>
              <a:ahLst/>
              <a:cxnLst/>
              <a:rect r="r" b="b" t="t" l="l"/>
              <a:pathLst>
                <a:path h="264414" w="1372743">
                  <a:moveTo>
                    <a:pt x="132207" y="0"/>
                  </a:moveTo>
                  <a:lnTo>
                    <a:pt x="1240536" y="0"/>
                  </a:lnTo>
                  <a:cubicBezTo>
                    <a:pt x="1313561" y="0"/>
                    <a:pt x="1372743" y="59182"/>
                    <a:pt x="1372743" y="132207"/>
                  </a:cubicBezTo>
                  <a:lnTo>
                    <a:pt x="1372743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0" id="50" descr="image.png"/>
          <p:cNvSpPr/>
          <p:nvPr/>
        </p:nvSpPr>
        <p:spPr>
          <a:xfrm flipH="false" flipV="false" rot="0">
            <a:off x="857898" y="6001150"/>
            <a:ext cx="343157" cy="265957"/>
          </a:xfrm>
          <a:custGeom>
            <a:avLst/>
            <a:gdLst/>
            <a:ahLst/>
            <a:cxnLst/>
            <a:rect r="r" b="b" t="t" l="l"/>
            <a:pathLst>
              <a:path h="265957" w="343157">
                <a:moveTo>
                  <a:pt x="0" y="0"/>
                </a:moveTo>
                <a:lnTo>
                  <a:pt x="343157" y="0"/>
                </a:lnTo>
                <a:lnTo>
                  <a:pt x="343157" y="265957"/>
                </a:lnTo>
                <a:lnTo>
                  <a:pt x="0" y="2659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372638" y="5848160"/>
            <a:ext cx="2330625" cy="285969"/>
            <a:chOff x="0" y="0"/>
            <a:chExt cx="3107500" cy="3812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07500" cy="381296"/>
            </a:xfrm>
            <a:custGeom>
              <a:avLst/>
              <a:gdLst/>
              <a:ahLst/>
              <a:cxnLst/>
              <a:rect r="r" b="b" t="t" l="l"/>
              <a:pathLst>
                <a:path h="381296" w="3107500">
                  <a:moveTo>
                    <a:pt x="0" y="0"/>
                  </a:moveTo>
                  <a:lnTo>
                    <a:pt x="3107500" y="0"/>
                  </a:lnTo>
                  <a:lnTo>
                    <a:pt x="3107500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107500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One-Command Deploy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72638" y="6191326"/>
            <a:ext cx="2330625" cy="228781"/>
            <a:chOff x="0" y="0"/>
            <a:chExt cx="3107500" cy="30504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07500" cy="305038"/>
            </a:xfrm>
            <a:custGeom>
              <a:avLst/>
              <a:gdLst/>
              <a:ahLst/>
              <a:cxnLst/>
              <a:rect r="r" b="b" t="t" l="l"/>
              <a:pathLst>
                <a:path h="305038" w="3107500">
                  <a:moveTo>
                    <a:pt x="0" y="0"/>
                  </a:moveTo>
                  <a:lnTo>
                    <a:pt x="3107500" y="0"/>
                  </a:lnTo>
                  <a:lnTo>
                    <a:pt x="3107500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3107500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Dockerized, &lt;5 minute setup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1929" y="6820462"/>
            <a:ext cx="6162570" cy="1029500"/>
            <a:chOff x="0" y="0"/>
            <a:chExt cx="8216760" cy="13726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216773" cy="1372616"/>
            </a:xfrm>
            <a:custGeom>
              <a:avLst/>
              <a:gdLst/>
              <a:ahLst/>
              <a:cxnLst/>
              <a:rect r="r" b="b" t="t" l="l"/>
              <a:pathLst>
                <a:path h="1372616" w="8216773">
                  <a:moveTo>
                    <a:pt x="0" y="0"/>
                  </a:moveTo>
                  <a:lnTo>
                    <a:pt x="8216773" y="0"/>
                  </a:lnTo>
                  <a:lnTo>
                    <a:pt x="8216773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9" id="59"/>
          <p:cNvGrpSpPr/>
          <p:nvPr/>
        </p:nvGrpSpPr>
        <p:grpSpPr>
          <a:xfrm rot="-5400000">
            <a:off x="156315" y="7236085"/>
            <a:ext cx="1029500" cy="198272"/>
            <a:chOff x="0" y="0"/>
            <a:chExt cx="1372667" cy="2643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72743" cy="264414"/>
            </a:xfrm>
            <a:custGeom>
              <a:avLst/>
              <a:gdLst/>
              <a:ahLst/>
              <a:cxnLst/>
              <a:rect r="r" b="b" t="t" l="l"/>
              <a:pathLst>
                <a:path h="264414" w="1372743">
                  <a:moveTo>
                    <a:pt x="132207" y="0"/>
                  </a:moveTo>
                  <a:lnTo>
                    <a:pt x="1240536" y="0"/>
                  </a:lnTo>
                  <a:cubicBezTo>
                    <a:pt x="1313561" y="0"/>
                    <a:pt x="1372743" y="59182"/>
                    <a:pt x="1372743" y="132207"/>
                  </a:cubicBezTo>
                  <a:lnTo>
                    <a:pt x="1372743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1" id="61" descr="image.png"/>
          <p:cNvSpPr/>
          <p:nvPr/>
        </p:nvSpPr>
        <p:spPr>
          <a:xfrm flipH="false" flipV="false" rot="0">
            <a:off x="857898" y="7189375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372638" y="7049243"/>
            <a:ext cx="2316328" cy="285969"/>
            <a:chOff x="0" y="0"/>
            <a:chExt cx="3088437" cy="3812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88435" cy="381296"/>
            </a:xfrm>
            <a:custGeom>
              <a:avLst/>
              <a:gdLst/>
              <a:ahLst/>
              <a:cxnLst/>
              <a:rect r="r" b="b" t="t" l="l"/>
              <a:pathLst>
                <a:path h="381296" w="3088435">
                  <a:moveTo>
                    <a:pt x="0" y="0"/>
                  </a:moveTo>
                  <a:lnTo>
                    <a:pt x="3088435" y="0"/>
                  </a:lnTo>
                  <a:lnTo>
                    <a:pt x="3088435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088437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Bilingual Support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2638" y="7392410"/>
            <a:ext cx="2316328" cy="228781"/>
            <a:chOff x="0" y="0"/>
            <a:chExt cx="3088437" cy="30504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88435" cy="305038"/>
            </a:xfrm>
            <a:custGeom>
              <a:avLst/>
              <a:gdLst/>
              <a:ahLst/>
              <a:cxnLst/>
              <a:rect r="r" b="b" t="t" l="l"/>
              <a:pathLst>
                <a:path h="305038" w="3088435">
                  <a:moveTo>
                    <a:pt x="0" y="0"/>
                  </a:moveTo>
                  <a:lnTo>
                    <a:pt x="3088435" y="0"/>
                  </a:lnTo>
                  <a:lnTo>
                    <a:pt x="3088435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088437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English + Bangla localization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71929" y="8021555"/>
            <a:ext cx="6162570" cy="1029500"/>
            <a:chOff x="0" y="0"/>
            <a:chExt cx="8216760" cy="13726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216773" cy="1372616"/>
            </a:xfrm>
            <a:custGeom>
              <a:avLst/>
              <a:gdLst/>
              <a:ahLst/>
              <a:cxnLst/>
              <a:rect r="r" b="b" t="t" l="l"/>
              <a:pathLst>
                <a:path h="1372616" w="8216773">
                  <a:moveTo>
                    <a:pt x="0" y="0"/>
                  </a:moveTo>
                  <a:lnTo>
                    <a:pt x="8216773" y="0"/>
                  </a:lnTo>
                  <a:lnTo>
                    <a:pt x="8216773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0" id="70"/>
          <p:cNvGrpSpPr/>
          <p:nvPr/>
        </p:nvGrpSpPr>
        <p:grpSpPr>
          <a:xfrm rot="-5400000">
            <a:off x="156315" y="8437169"/>
            <a:ext cx="1029500" cy="198272"/>
            <a:chOff x="0" y="0"/>
            <a:chExt cx="1372667" cy="26436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72743" cy="264414"/>
            </a:xfrm>
            <a:custGeom>
              <a:avLst/>
              <a:gdLst/>
              <a:ahLst/>
              <a:cxnLst/>
              <a:rect r="r" b="b" t="t" l="l"/>
              <a:pathLst>
                <a:path h="264414" w="1372743">
                  <a:moveTo>
                    <a:pt x="132207" y="0"/>
                  </a:moveTo>
                  <a:lnTo>
                    <a:pt x="1240536" y="0"/>
                  </a:lnTo>
                  <a:cubicBezTo>
                    <a:pt x="1313561" y="0"/>
                    <a:pt x="1372743" y="59182"/>
                    <a:pt x="1372743" y="132207"/>
                  </a:cubicBezTo>
                  <a:lnTo>
                    <a:pt x="1372743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E5E7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2" id="72" descr="image.png"/>
          <p:cNvSpPr/>
          <p:nvPr/>
        </p:nvSpPr>
        <p:spPr>
          <a:xfrm flipH="false" flipV="false" rot="0">
            <a:off x="857898" y="8396897"/>
            <a:ext cx="343157" cy="278825"/>
          </a:xfrm>
          <a:custGeom>
            <a:avLst/>
            <a:gdLst/>
            <a:ahLst/>
            <a:cxnLst/>
            <a:rect r="r" b="b" t="t" l="l"/>
            <a:pathLst>
              <a:path h="278825" w="343157">
                <a:moveTo>
                  <a:pt x="0" y="0"/>
                </a:moveTo>
                <a:lnTo>
                  <a:pt x="343157" y="0"/>
                </a:lnTo>
                <a:lnTo>
                  <a:pt x="343157" y="278825"/>
                </a:lnTo>
                <a:lnTo>
                  <a:pt x="0" y="278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" t="0" r="-1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38" y="8250336"/>
            <a:ext cx="3731857" cy="285969"/>
            <a:chOff x="0" y="0"/>
            <a:chExt cx="4975809" cy="3812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75811" cy="381296"/>
            </a:xfrm>
            <a:custGeom>
              <a:avLst/>
              <a:gdLst/>
              <a:ahLst/>
              <a:cxnLst/>
              <a:rect r="r" b="b" t="t" l="l"/>
              <a:pathLst>
                <a:path h="381296" w="4975811">
                  <a:moveTo>
                    <a:pt x="0" y="0"/>
                  </a:moveTo>
                  <a:lnTo>
                    <a:pt x="4975811" y="0"/>
                  </a:lnTo>
                  <a:lnTo>
                    <a:pt x="4975811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975809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Low Flat Cost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72638" y="8593503"/>
            <a:ext cx="3731857" cy="228781"/>
            <a:chOff x="0" y="0"/>
            <a:chExt cx="4975809" cy="30504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75811" cy="305038"/>
            </a:xfrm>
            <a:custGeom>
              <a:avLst/>
              <a:gdLst/>
              <a:ahLst/>
              <a:cxnLst/>
              <a:rect r="r" b="b" t="t" l="l"/>
              <a:pathLst>
                <a:path h="305038" w="4975811">
                  <a:moveTo>
                    <a:pt x="0" y="0"/>
                  </a:moveTo>
                  <a:lnTo>
                    <a:pt x="4975811" y="0"/>
                  </a:lnTo>
                  <a:lnTo>
                    <a:pt x="4975811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4975809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No recurring API fees, own your infrastructure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320734" y="0"/>
            <a:ext cx="10981106" cy="10295039"/>
            <a:chOff x="0" y="0"/>
            <a:chExt cx="14641474" cy="137267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64144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4641449">
                  <a:moveTo>
                    <a:pt x="0" y="0"/>
                  </a:moveTo>
                  <a:lnTo>
                    <a:pt x="14641449" y="0"/>
                  </a:lnTo>
                  <a:lnTo>
                    <a:pt x="1464144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7892672" y="571948"/>
            <a:ext cx="9837239" cy="228781"/>
            <a:chOff x="0" y="0"/>
            <a:chExt cx="13116319" cy="30504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116319" cy="305038"/>
            </a:xfrm>
            <a:custGeom>
              <a:avLst/>
              <a:gdLst/>
              <a:ahLst/>
              <a:cxnLst/>
              <a:rect r="r" b="b" t="t" l="l"/>
              <a:pathLst>
                <a:path h="305038" w="13116319">
                  <a:moveTo>
                    <a:pt x="0" y="0"/>
                  </a:moveTo>
                  <a:lnTo>
                    <a:pt x="13116319" y="0"/>
                  </a:lnTo>
                  <a:lnTo>
                    <a:pt x="13116319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13116319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FEATURE COMPARISON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892672" y="2116198"/>
            <a:ext cx="3159928" cy="571948"/>
            <a:chOff x="0" y="0"/>
            <a:chExt cx="4213238" cy="76259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13225" cy="762635"/>
            </a:xfrm>
            <a:custGeom>
              <a:avLst/>
              <a:gdLst/>
              <a:ahLst/>
              <a:cxnLst/>
              <a:rect r="r" b="b" t="t" l="l"/>
              <a:pathLst>
                <a:path h="762635" w="4213225">
                  <a:moveTo>
                    <a:pt x="0" y="0"/>
                  </a:moveTo>
                  <a:lnTo>
                    <a:pt x="4213225" y="0"/>
                  </a:lnTo>
                  <a:lnTo>
                    <a:pt x="4213225" y="762635"/>
                  </a:lnTo>
                  <a:lnTo>
                    <a:pt x="0" y="762635"/>
                  </a:lnTo>
                  <a:close/>
                </a:path>
              </a:pathLst>
            </a:custGeom>
            <a:solidFill>
              <a:srgbClr val="EF444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8064246" y="2287781"/>
            <a:ext cx="2816771" cy="263742"/>
            <a:chOff x="0" y="0"/>
            <a:chExt cx="3755695" cy="35165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755690" cy="351652"/>
            </a:xfrm>
            <a:custGeom>
              <a:avLst/>
              <a:gdLst/>
              <a:ahLst/>
              <a:cxnLst/>
              <a:rect r="r" b="b" t="t" l="l"/>
              <a:pathLst>
                <a:path h="351652" w="3755690">
                  <a:moveTo>
                    <a:pt x="0" y="0"/>
                  </a:moveTo>
                  <a:lnTo>
                    <a:pt x="3755690" y="0"/>
                  </a:lnTo>
                  <a:lnTo>
                    <a:pt x="3755690" y="351652"/>
                  </a:lnTo>
                  <a:lnTo>
                    <a:pt x="0" y="351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3755695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b="true" sz="1276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LEGACY SYSTEMS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224174" y="2116198"/>
            <a:ext cx="3159928" cy="571948"/>
            <a:chOff x="0" y="0"/>
            <a:chExt cx="4213238" cy="76259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13225" cy="762635"/>
            </a:xfrm>
            <a:custGeom>
              <a:avLst/>
              <a:gdLst/>
              <a:ahLst/>
              <a:cxnLst/>
              <a:rect r="r" b="b" t="t" l="l"/>
              <a:pathLst>
                <a:path h="762635" w="4213225">
                  <a:moveTo>
                    <a:pt x="0" y="0"/>
                  </a:moveTo>
                  <a:lnTo>
                    <a:pt x="4213225" y="0"/>
                  </a:lnTo>
                  <a:lnTo>
                    <a:pt x="4213225" y="762635"/>
                  </a:lnTo>
                  <a:lnTo>
                    <a:pt x="0" y="762635"/>
                  </a:lnTo>
                  <a:close/>
                </a:path>
              </a:pathLst>
            </a:custGeom>
            <a:solidFill>
              <a:srgbClr val="5E17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1395758" y="2287781"/>
            <a:ext cx="2816771" cy="285545"/>
            <a:chOff x="0" y="0"/>
            <a:chExt cx="3755695" cy="38072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755690" cy="380723"/>
            </a:xfrm>
            <a:custGeom>
              <a:avLst/>
              <a:gdLst/>
              <a:ahLst/>
              <a:cxnLst/>
              <a:rect r="r" b="b" t="t" l="l"/>
              <a:pathLst>
                <a:path h="380723" w="3755690">
                  <a:moveTo>
                    <a:pt x="0" y="0"/>
                  </a:moveTo>
                  <a:lnTo>
                    <a:pt x="3755690" y="0"/>
                  </a:lnTo>
                  <a:lnTo>
                    <a:pt x="3755690" y="380723"/>
                  </a:lnTo>
                  <a:lnTo>
                    <a:pt x="0" y="3807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3755695" cy="409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96"/>
                </a:lnSpc>
              </a:pPr>
              <a:r>
                <a:rPr lang="en-US" b="true" sz="1376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CLOUD SAAS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569983" y="2116198"/>
            <a:ext cx="3159928" cy="571948"/>
            <a:chOff x="0" y="0"/>
            <a:chExt cx="4213238" cy="76259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213225" cy="762635"/>
            </a:xfrm>
            <a:custGeom>
              <a:avLst/>
              <a:gdLst/>
              <a:ahLst/>
              <a:cxnLst/>
              <a:rect r="r" b="b" t="t" l="l"/>
              <a:pathLst>
                <a:path h="762635" w="4213225">
                  <a:moveTo>
                    <a:pt x="0" y="0"/>
                  </a:moveTo>
                  <a:lnTo>
                    <a:pt x="4213225" y="0"/>
                  </a:lnTo>
                  <a:lnTo>
                    <a:pt x="4213225" y="762635"/>
                  </a:lnTo>
                  <a:lnTo>
                    <a:pt x="0" y="762635"/>
                  </a:lnTo>
                  <a:close/>
                </a:path>
              </a:pathLst>
            </a:custGeom>
            <a:solidFill>
              <a:srgbClr val="00D9C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4741557" y="2287781"/>
            <a:ext cx="2816771" cy="285545"/>
            <a:chOff x="0" y="0"/>
            <a:chExt cx="3755695" cy="38072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755690" cy="380723"/>
            </a:xfrm>
            <a:custGeom>
              <a:avLst/>
              <a:gdLst/>
              <a:ahLst/>
              <a:cxnLst/>
              <a:rect r="r" b="b" t="t" l="l"/>
              <a:pathLst>
                <a:path h="380723" w="3755690">
                  <a:moveTo>
                    <a:pt x="0" y="0"/>
                  </a:moveTo>
                  <a:lnTo>
                    <a:pt x="3755690" y="0"/>
                  </a:lnTo>
                  <a:lnTo>
                    <a:pt x="3755690" y="380723"/>
                  </a:lnTo>
                  <a:lnTo>
                    <a:pt x="0" y="3807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3755695" cy="409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96"/>
                </a:lnSpc>
              </a:pPr>
              <a:r>
                <a:rPr lang="en-US" sz="1376" b="true">
                  <a:solidFill>
                    <a:srgbClr val="1A1F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CLOVERSHIELD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7886471" y="2853538"/>
            <a:ext cx="9849631" cy="727319"/>
            <a:chOff x="0" y="0"/>
            <a:chExt cx="13132841" cy="96975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8255" y="8255"/>
              <a:ext cx="13116307" cy="953262"/>
            </a:xfrm>
            <a:custGeom>
              <a:avLst/>
              <a:gdLst/>
              <a:ahLst/>
              <a:cxnLst/>
              <a:rect r="r" b="b" t="t" l="l"/>
              <a:pathLst>
                <a:path h="953262" w="13116307">
                  <a:moveTo>
                    <a:pt x="0" y="0"/>
                  </a:moveTo>
                  <a:lnTo>
                    <a:pt x="13116307" y="0"/>
                  </a:lnTo>
                  <a:lnTo>
                    <a:pt x="13116307" y="953262"/>
                  </a:lnTo>
                  <a:lnTo>
                    <a:pt x="0" y="953262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3132817" cy="969772"/>
            </a:xfrm>
            <a:custGeom>
              <a:avLst/>
              <a:gdLst/>
              <a:ahLst/>
              <a:cxnLst/>
              <a:rect r="r" b="b" t="t" l="l"/>
              <a:pathLst>
                <a:path h="969772" w="13132817">
                  <a:moveTo>
                    <a:pt x="8255" y="0"/>
                  </a:moveTo>
                  <a:lnTo>
                    <a:pt x="13124562" y="0"/>
                  </a:lnTo>
                  <a:cubicBezTo>
                    <a:pt x="13129133" y="0"/>
                    <a:pt x="13132817" y="3683"/>
                    <a:pt x="13132817" y="8255"/>
                  </a:cubicBezTo>
                  <a:lnTo>
                    <a:pt x="13132817" y="961517"/>
                  </a:lnTo>
                  <a:cubicBezTo>
                    <a:pt x="13132817" y="966089"/>
                    <a:pt x="13129133" y="969772"/>
                    <a:pt x="13124562" y="969772"/>
                  </a:cubicBezTo>
                  <a:lnTo>
                    <a:pt x="8255" y="969772"/>
                  </a:lnTo>
                  <a:cubicBezTo>
                    <a:pt x="3683" y="969772"/>
                    <a:pt x="0" y="966089"/>
                    <a:pt x="0" y="96151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961517"/>
                  </a:lnTo>
                  <a:lnTo>
                    <a:pt x="8255" y="961517"/>
                  </a:lnTo>
                  <a:lnTo>
                    <a:pt x="8255" y="953262"/>
                  </a:lnTo>
                  <a:lnTo>
                    <a:pt x="13124562" y="953262"/>
                  </a:lnTo>
                  <a:lnTo>
                    <a:pt x="13124562" y="961517"/>
                  </a:lnTo>
                  <a:lnTo>
                    <a:pt x="13116306" y="961517"/>
                  </a:lnTo>
                  <a:lnTo>
                    <a:pt x="13116306" y="8255"/>
                  </a:lnTo>
                  <a:lnTo>
                    <a:pt x="13124562" y="8255"/>
                  </a:lnTo>
                  <a:lnTo>
                    <a:pt x="13124562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2" id="102" descr="image.png"/>
          <p:cNvSpPr/>
          <p:nvPr/>
        </p:nvSpPr>
        <p:spPr>
          <a:xfrm flipH="false" flipV="false" rot="0">
            <a:off x="9422587" y="3109960"/>
            <a:ext cx="343157" cy="214484"/>
          </a:xfrm>
          <a:custGeom>
            <a:avLst/>
            <a:gdLst/>
            <a:ahLst/>
            <a:cxnLst/>
            <a:rect r="r" b="b" t="t" l="l"/>
            <a:pathLst>
              <a:path h="214484" w="343157">
                <a:moveTo>
                  <a:pt x="0" y="0"/>
                </a:moveTo>
                <a:lnTo>
                  <a:pt x="343157" y="0"/>
                </a:lnTo>
                <a:lnTo>
                  <a:pt x="343157" y="214484"/>
                </a:lnTo>
                <a:lnTo>
                  <a:pt x="0" y="214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sp>
        <p:nvSpPr>
          <p:cNvPr name="Freeform 103" id="103" descr="image.png"/>
          <p:cNvSpPr/>
          <p:nvPr/>
        </p:nvSpPr>
        <p:spPr>
          <a:xfrm flipH="false" flipV="false" rot="0">
            <a:off x="12639704" y="3109960"/>
            <a:ext cx="343157" cy="214484"/>
          </a:xfrm>
          <a:custGeom>
            <a:avLst/>
            <a:gdLst/>
            <a:ahLst/>
            <a:cxnLst/>
            <a:rect r="r" b="b" t="t" l="l"/>
            <a:pathLst>
              <a:path h="214484" w="343157">
                <a:moveTo>
                  <a:pt x="0" y="0"/>
                </a:moveTo>
                <a:lnTo>
                  <a:pt x="343157" y="0"/>
                </a:lnTo>
                <a:lnTo>
                  <a:pt x="343157" y="214484"/>
                </a:lnTo>
                <a:lnTo>
                  <a:pt x="0" y="214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sp>
        <p:nvSpPr>
          <p:cNvPr name="Freeform 104" id="104" descr="image.png"/>
          <p:cNvSpPr/>
          <p:nvPr/>
        </p:nvSpPr>
        <p:spPr>
          <a:xfrm flipH="false" flipV="false" rot="0">
            <a:off x="15856829" y="3071355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8" y="0"/>
                </a:lnTo>
                <a:lnTo>
                  <a:pt x="343158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" t="0" r="-1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7886471" y="3682860"/>
            <a:ext cx="9849631" cy="727319"/>
            <a:chOff x="0" y="0"/>
            <a:chExt cx="13132841" cy="96975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8255" y="8255"/>
              <a:ext cx="13116307" cy="953262"/>
            </a:xfrm>
            <a:custGeom>
              <a:avLst/>
              <a:gdLst/>
              <a:ahLst/>
              <a:cxnLst/>
              <a:rect r="r" b="b" t="t" l="l"/>
              <a:pathLst>
                <a:path h="953262" w="13116307">
                  <a:moveTo>
                    <a:pt x="0" y="0"/>
                  </a:moveTo>
                  <a:lnTo>
                    <a:pt x="13116307" y="0"/>
                  </a:lnTo>
                  <a:lnTo>
                    <a:pt x="13116307" y="953262"/>
                  </a:lnTo>
                  <a:lnTo>
                    <a:pt x="0" y="953262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3132817" cy="969772"/>
            </a:xfrm>
            <a:custGeom>
              <a:avLst/>
              <a:gdLst/>
              <a:ahLst/>
              <a:cxnLst/>
              <a:rect r="r" b="b" t="t" l="l"/>
              <a:pathLst>
                <a:path h="969772" w="13132817">
                  <a:moveTo>
                    <a:pt x="8255" y="0"/>
                  </a:moveTo>
                  <a:lnTo>
                    <a:pt x="13124562" y="0"/>
                  </a:lnTo>
                  <a:cubicBezTo>
                    <a:pt x="13129133" y="0"/>
                    <a:pt x="13132817" y="3683"/>
                    <a:pt x="13132817" y="8255"/>
                  </a:cubicBezTo>
                  <a:lnTo>
                    <a:pt x="13132817" y="961517"/>
                  </a:lnTo>
                  <a:cubicBezTo>
                    <a:pt x="13132817" y="966089"/>
                    <a:pt x="13129133" y="969772"/>
                    <a:pt x="13124562" y="969772"/>
                  </a:cubicBezTo>
                  <a:lnTo>
                    <a:pt x="8255" y="969772"/>
                  </a:lnTo>
                  <a:cubicBezTo>
                    <a:pt x="3683" y="969772"/>
                    <a:pt x="0" y="966089"/>
                    <a:pt x="0" y="96151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961517"/>
                  </a:lnTo>
                  <a:lnTo>
                    <a:pt x="8255" y="961517"/>
                  </a:lnTo>
                  <a:lnTo>
                    <a:pt x="8255" y="953262"/>
                  </a:lnTo>
                  <a:lnTo>
                    <a:pt x="13124562" y="953262"/>
                  </a:lnTo>
                  <a:lnTo>
                    <a:pt x="13124562" y="961517"/>
                  </a:lnTo>
                  <a:lnTo>
                    <a:pt x="13116306" y="961517"/>
                  </a:lnTo>
                  <a:lnTo>
                    <a:pt x="13116306" y="8255"/>
                  </a:lnTo>
                  <a:lnTo>
                    <a:pt x="13124562" y="8255"/>
                  </a:lnTo>
                  <a:lnTo>
                    <a:pt x="13124562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8" id="108" descr="image.png"/>
          <p:cNvSpPr/>
          <p:nvPr/>
        </p:nvSpPr>
        <p:spPr>
          <a:xfrm flipH="false" flipV="false" rot="0">
            <a:off x="9422587" y="3939283"/>
            <a:ext cx="343157" cy="214484"/>
          </a:xfrm>
          <a:custGeom>
            <a:avLst/>
            <a:gdLst/>
            <a:ahLst/>
            <a:cxnLst/>
            <a:rect r="r" b="b" t="t" l="l"/>
            <a:pathLst>
              <a:path h="214484" w="343157">
                <a:moveTo>
                  <a:pt x="0" y="0"/>
                </a:moveTo>
                <a:lnTo>
                  <a:pt x="343157" y="0"/>
                </a:lnTo>
                <a:lnTo>
                  <a:pt x="343157" y="214484"/>
                </a:lnTo>
                <a:lnTo>
                  <a:pt x="0" y="214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sp>
        <p:nvSpPr>
          <p:cNvPr name="Freeform 109" id="109" descr="image.png"/>
          <p:cNvSpPr/>
          <p:nvPr/>
        </p:nvSpPr>
        <p:spPr>
          <a:xfrm flipH="false" flipV="false" rot="0">
            <a:off x="15856829" y="3900678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8" y="0"/>
                </a:lnTo>
                <a:lnTo>
                  <a:pt x="343158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" t="0" r="-1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7886471" y="4512183"/>
            <a:ext cx="9849631" cy="612934"/>
            <a:chOff x="0" y="0"/>
            <a:chExt cx="13132841" cy="81724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8255" y="8255"/>
              <a:ext cx="13116307" cy="800735"/>
            </a:xfrm>
            <a:custGeom>
              <a:avLst/>
              <a:gdLst/>
              <a:ahLst/>
              <a:cxnLst/>
              <a:rect r="r" b="b" t="t" l="l"/>
              <a:pathLst>
                <a:path h="800735" w="13116307">
                  <a:moveTo>
                    <a:pt x="0" y="0"/>
                  </a:moveTo>
                  <a:lnTo>
                    <a:pt x="13116307" y="0"/>
                  </a:lnTo>
                  <a:lnTo>
                    <a:pt x="13116307" y="800735"/>
                  </a:lnTo>
                  <a:lnTo>
                    <a:pt x="0" y="800735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3132817" cy="817245"/>
            </a:xfrm>
            <a:custGeom>
              <a:avLst/>
              <a:gdLst/>
              <a:ahLst/>
              <a:cxnLst/>
              <a:rect r="r" b="b" t="t" l="l"/>
              <a:pathLst>
                <a:path h="817245" w="13132817">
                  <a:moveTo>
                    <a:pt x="8255" y="0"/>
                  </a:moveTo>
                  <a:lnTo>
                    <a:pt x="13124562" y="0"/>
                  </a:lnTo>
                  <a:cubicBezTo>
                    <a:pt x="13129133" y="0"/>
                    <a:pt x="13132817" y="3683"/>
                    <a:pt x="13132817" y="8255"/>
                  </a:cubicBezTo>
                  <a:lnTo>
                    <a:pt x="13132817" y="808990"/>
                  </a:lnTo>
                  <a:cubicBezTo>
                    <a:pt x="13132817" y="813562"/>
                    <a:pt x="13129133" y="817245"/>
                    <a:pt x="13124562" y="817245"/>
                  </a:cubicBezTo>
                  <a:lnTo>
                    <a:pt x="8255" y="817245"/>
                  </a:lnTo>
                  <a:cubicBezTo>
                    <a:pt x="3683" y="817245"/>
                    <a:pt x="0" y="813562"/>
                    <a:pt x="0" y="808990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808990"/>
                  </a:lnTo>
                  <a:lnTo>
                    <a:pt x="8255" y="808990"/>
                  </a:lnTo>
                  <a:lnTo>
                    <a:pt x="8255" y="800735"/>
                  </a:lnTo>
                  <a:lnTo>
                    <a:pt x="13124562" y="800735"/>
                  </a:lnTo>
                  <a:lnTo>
                    <a:pt x="13124562" y="808990"/>
                  </a:lnTo>
                  <a:lnTo>
                    <a:pt x="13116306" y="808990"/>
                  </a:lnTo>
                  <a:lnTo>
                    <a:pt x="13116306" y="8255"/>
                  </a:lnTo>
                  <a:lnTo>
                    <a:pt x="13124562" y="8255"/>
                  </a:lnTo>
                  <a:lnTo>
                    <a:pt x="13124562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8078543" y="4704264"/>
            <a:ext cx="3045543" cy="228781"/>
            <a:chOff x="0" y="0"/>
            <a:chExt cx="4060723" cy="30504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060720" cy="305038"/>
            </a:xfrm>
            <a:custGeom>
              <a:avLst/>
              <a:gdLst/>
              <a:ahLst/>
              <a:cxnLst/>
              <a:rect r="r" b="b" t="t" l="l"/>
              <a:pathLst>
                <a:path h="305038" w="4060720">
                  <a:moveTo>
                    <a:pt x="0" y="0"/>
                  </a:moveTo>
                  <a:lnTo>
                    <a:pt x="4060720" y="0"/>
                  </a:lnTo>
                  <a:lnTo>
                    <a:pt x="4060720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060723" cy="343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&gt;500ms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295669" y="4704264"/>
            <a:ext cx="3045543" cy="228781"/>
            <a:chOff x="0" y="0"/>
            <a:chExt cx="4060723" cy="30504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060720" cy="305038"/>
            </a:xfrm>
            <a:custGeom>
              <a:avLst/>
              <a:gdLst/>
              <a:ahLst/>
              <a:cxnLst/>
              <a:rect r="r" b="b" t="t" l="l"/>
              <a:pathLst>
                <a:path h="305038" w="4060720">
                  <a:moveTo>
                    <a:pt x="0" y="0"/>
                  </a:moveTo>
                  <a:lnTo>
                    <a:pt x="4060720" y="0"/>
                  </a:lnTo>
                  <a:lnTo>
                    <a:pt x="4060720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060723" cy="343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&gt;500ms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498488" y="4704264"/>
            <a:ext cx="3045543" cy="228781"/>
            <a:chOff x="0" y="0"/>
            <a:chExt cx="4060723" cy="30504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060720" cy="305038"/>
            </a:xfrm>
            <a:custGeom>
              <a:avLst/>
              <a:gdLst/>
              <a:ahLst/>
              <a:cxnLst/>
              <a:rect r="r" b="b" t="t" l="l"/>
              <a:pathLst>
                <a:path h="305038" w="4060720">
                  <a:moveTo>
                    <a:pt x="0" y="0"/>
                  </a:moveTo>
                  <a:lnTo>
                    <a:pt x="4060720" y="0"/>
                  </a:lnTo>
                  <a:lnTo>
                    <a:pt x="4060720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060723" cy="343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 b="true">
                  <a:solidFill>
                    <a:srgbClr val="00D9C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&lt;200ms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886471" y="5227120"/>
            <a:ext cx="9849631" cy="727319"/>
            <a:chOff x="0" y="0"/>
            <a:chExt cx="13132841" cy="96975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8255" y="8255"/>
              <a:ext cx="13116307" cy="953262"/>
            </a:xfrm>
            <a:custGeom>
              <a:avLst/>
              <a:gdLst/>
              <a:ahLst/>
              <a:cxnLst/>
              <a:rect r="r" b="b" t="t" l="l"/>
              <a:pathLst>
                <a:path h="953262" w="13116307">
                  <a:moveTo>
                    <a:pt x="0" y="0"/>
                  </a:moveTo>
                  <a:lnTo>
                    <a:pt x="13116307" y="0"/>
                  </a:lnTo>
                  <a:lnTo>
                    <a:pt x="13116307" y="953262"/>
                  </a:lnTo>
                  <a:lnTo>
                    <a:pt x="0" y="953262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3132817" cy="969772"/>
            </a:xfrm>
            <a:custGeom>
              <a:avLst/>
              <a:gdLst/>
              <a:ahLst/>
              <a:cxnLst/>
              <a:rect r="r" b="b" t="t" l="l"/>
              <a:pathLst>
                <a:path h="969772" w="13132817">
                  <a:moveTo>
                    <a:pt x="8255" y="0"/>
                  </a:moveTo>
                  <a:lnTo>
                    <a:pt x="13124562" y="0"/>
                  </a:lnTo>
                  <a:cubicBezTo>
                    <a:pt x="13129133" y="0"/>
                    <a:pt x="13132817" y="3683"/>
                    <a:pt x="13132817" y="8255"/>
                  </a:cubicBezTo>
                  <a:lnTo>
                    <a:pt x="13132817" y="961517"/>
                  </a:lnTo>
                  <a:cubicBezTo>
                    <a:pt x="13132817" y="966089"/>
                    <a:pt x="13129133" y="969772"/>
                    <a:pt x="13124562" y="969772"/>
                  </a:cubicBezTo>
                  <a:lnTo>
                    <a:pt x="8255" y="969772"/>
                  </a:lnTo>
                  <a:cubicBezTo>
                    <a:pt x="3683" y="969772"/>
                    <a:pt x="0" y="966089"/>
                    <a:pt x="0" y="96151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961517"/>
                  </a:lnTo>
                  <a:lnTo>
                    <a:pt x="8255" y="961517"/>
                  </a:lnTo>
                  <a:lnTo>
                    <a:pt x="8255" y="953262"/>
                  </a:lnTo>
                  <a:lnTo>
                    <a:pt x="13124562" y="953262"/>
                  </a:lnTo>
                  <a:lnTo>
                    <a:pt x="13124562" y="961517"/>
                  </a:lnTo>
                  <a:lnTo>
                    <a:pt x="13116306" y="961517"/>
                  </a:lnTo>
                  <a:lnTo>
                    <a:pt x="13116306" y="8255"/>
                  </a:lnTo>
                  <a:lnTo>
                    <a:pt x="13124562" y="8255"/>
                  </a:lnTo>
                  <a:lnTo>
                    <a:pt x="13124562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5" id="125" descr="image.png"/>
          <p:cNvSpPr/>
          <p:nvPr/>
        </p:nvSpPr>
        <p:spPr>
          <a:xfrm flipH="false" flipV="false" rot="0">
            <a:off x="12639704" y="5483542"/>
            <a:ext cx="343157" cy="214484"/>
          </a:xfrm>
          <a:custGeom>
            <a:avLst/>
            <a:gdLst/>
            <a:ahLst/>
            <a:cxnLst/>
            <a:rect r="r" b="b" t="t" l="l"/>
            <a:pathLst>
              <a:path h="214484" w="343157">
                <a:moveTo>
                  <a:pt x="0" y="0"/>
                </a:moveTo>
                <a:lnTo>
                  <a:pt x="343157" y="0"/>
                </a:lnTo>
                <a:lnTo>
                  <a:pt x="343157" y="214484"/>
                </a:lnTo>
                <a:lnTo>
                  <a:pt x="0" y="214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sp>
        <p:nvSpPr>
          <p:cNvPr name="Freeform 126" id="126" descr="image.png"/>
          <p:cNvSpPr/>
          <p:nvPr/>
        </p:nvSpPr>
        <p:spPr>
          <a:xfrm flipH="false" flipV="false" rot="0">
            <a:off x="15856829" y="5444938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8" y="0"/>
                </a:lnTo>
                <a:lnTo>
                  <a:pt x="343158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" t="0" r="-1" b="0"/>
            </a:stretch>
          </a:blipFill>
        </p:spPr>
      </p:sp>
      <p:grpSp>
        <p:nvGrpSpPr>
          <p:cNvPr name="Group 127" id="127"/>
          <p:cNvGrpSpPr/>
          <p:nvPr/>
        </p:nvGrpSpPr>
        <p:grpSpPr>
          <a:xfrm rot="0">
            <a:off x="7886471" y="6056443"/>
            <a:ext cx="9849631" cy="612934"/>
            <a:chOff x="0" y="0"/>
            <a:chExt cx="13132841" cy="81724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8255" y="8255"/>
              <a:ext cx="13116307" cy="800735"/>
            </a:xfrm>
            <a:custGeom>
              <a:avLst/>
              <a:gdLst/>
              <a:ahLst/>
              <a:cxnLst/>
              <a:rect r="r" b="b" t="t" l="l"/>
              <a:pathLst>
                <a:path h="800735" w="13116307">
                  <a:moveTo>
                    <a:pt x="0" y="0"/>
                  </a:moveTo>
                  <a:lnTo>
                    <a:pt x="13116307" y="0"/>
                  </a:lnTo>
                  <a:lnTo>
                    <a:pt x="13116307" y="800735"/>
                  </a:lnTo>
                  <a:lnTo>
                    <a:pt x="0" y="800735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3132817" cy="817245"/>
            </a:xfrm>
            <a:custGeom>
              <a:avLst/>
              <a:gdLst/>
              <a:ahLst/>
              <a:cxnLst/>
              <a:rect r="r" b="b" t="t" l="l"/>
              <a:pathLst>
                <a:path h="817245" w="13132817">
                  <a:moveTo>
                    <a:pt x="8255" y="0"/>
                  </a:moveTo>
                  <a:lnTo>
                    <a:pt x="13124562" y="0"/>
                  </a:lnTo>
                  <a:cubicBezTo>
                    <a:pt x="13129133" y="0"/>
                    <a:pt x="13132817" y="3683"/>
                    <a:pt x="13132817" y="8255"/>
                  </a:cubicBezTo>
                  <a:lnTo>
                    <a:pt x="13132817" y="808990"/>
                  </a:lnTo>
                  <a:cubicBezTo>
                    <a:pt x="13132817" y="813562"/>
                    <a:pt x="13129133" y="817245"/>
                    <a:pt x="13124562" y="817245"/>
                  </a:cubicBezTo>
                  <a:lnTo>
                    <a:pt x="8255" y="817245"/>
                  </a:lnTo>
                  <a:cubicBezTo>
                    <a:pt x="3683" y="817245"/>
                    <a:pt x="0" y="813562"/>
                    <a:pt x="0" y="808990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808990"/>
                  </a:lnTo>
                  <a:lnTo>
                    <a:pt x="8255" y="808990"/>
                  </a:lnTo>
                  <a:lnTo>
                    <a:pt x="8255" y="800735"/>
                  </a:lnTo>
                  <a:lnTo>
                    <a:pt x="13124562" y="800735"/>
                  </a:lnTo>
                  <a:lnTo>
                    <a:pt x="13124562" y="808990"/>
                  </a:lnTo>
                  <a:lnTo>
                    <a:pt x="13116306" y="808990"/>
                  </a:lnTo>
                  <a:lnTo>
                    <a:pt x="13116306" y="8255"/>
                  </a:lnTo>
                  <a:lnTo>
                    <a:pt x="13124562" y="8255"/>
                  </a:lnTo>
                  <a:lnTo>
                    <a:pt x="13124562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8078543" y="6248514"/>
            <a:ext cx="3045543" cy="228781"/>
            <a:chOff x="0" y="0"/>
            <a:chExt cx="4060723" cy="30504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060720" cy="305038"/>
            </a:xfrm>
            <a:custGeom>
              <a:avLst/>
              <a:gdLst/>
              <a:ahLst/>
              <a:cxnLst/>
              <a:rect r="r" b="b" t="t" l="l"/>
              <a:pathLst>
                <a:path h="305038" w="4060720">
                  <a:moveTo>
                    <a:pt x="0" y="0"/>
                  </a:moveTo>
                  <a:lnTo>
                    <a:pt x="4060720" y="0"/>
                  </a:lnTo>
                  <a:lnTo>
                    <a:pt x="4060720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4060723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High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1295669" y="6248514"/>
            <a:ext cx="3045543" cy="228781"/>
            <a:chOff x="0" y="0"/>
            <a:chExt cx="4060723" cy="305041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060720" cy="305038"/>
            </a:xfrm>
            <a:custGeom>
              <a:avLst/>
              <a:gdLst/>
              <a:ahLst/>
              <a:cxnLst/>
              <a:rect r="r" b="b" t="t" l="l"/>
              <a:pathLst>
                <a:path h="305038" w="4060720">
                  <a:moveTo>
                    <a:pt x="0" y="0"/>
                  </a:moveTo>
                  <a:lnTo>
                    <a:pt x="4060720" y="0"/>
                  </a:lnTo>
                  <a:lnTo>
                    <a:pt x="4060720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4060723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High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4498488" y="6248514"/>
            <a:ext cx="3045543" cy="228781"/>
            <a:chOff x="0" y="0"/>
            <a:chExt cx="4060723" cy="305041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060720" cy="305038"/>
            </a:xfrm>
            <a:custGeom>
              <a:avLst/>
              <a:gdLst/>
              <a:ahLst/>
              <a:cxnLst/>
              <a:rect r="r" b="b" t="t" l="l"/>
              <a:pathLst>
                <a:path h="305038" w="4060720">
                  <a:moveTo>
                    <a:pt x="0" y="0"/>
                  </a:moveTo>
                  <a:lnTo>
                    <a:pt x="4060720" y="0"/>
                  </a:lnTo>
                  <a:lnTo>
                    <a:pt x="4060720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38" id="138"/>
            <p:cNvSpPr txBox="true"/>
            <p:nvPr/>
          </p:nvSpPr>
          <p:spPr>
            <a:xfrm>
              <a:off x="0" y="-28575"/>
              <a:ext cx="4060723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Low Flat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7886471" y="6771370"/>
            <a:ext cx="9849631" cy="727319"/>
            <a:chOff x="0" y="0"/>
            <a:chExt cx="13132841" cy="969759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8255" y="8255"/>
              <a:ext cx="13116307" cy="953262"/>
            </a:xfrm>
            <a:custGeom>
              <a:avLst/>
              <a:gdLst/>
              <a:ahLst/>
              <a:cxnLst/>
              <a:rect r="r" b="b" t="t" l="l"/>
              <a:pathLst>
                <a:path h="953262" w="13116307">
                  <a:moveTo>
                    <a:pt x="0" y="0"/>
                  </a:moveTo>
                  <a:lnTo>
                    <a:pt x="13116307" y="0"/>
                  </a:lnTo>
                  <a:lnTo>
                    <a:pt x="13116307" y="953262"/>
                  </a:lnTo>
                  <a:lnTo>
                    <a:pt x="0" y="953262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3132817" cy="969772"/>
            </a:xfrm>
            <a:custGeom>
              <a:avLst/>
              <a:gdLst/>
              <a:ahLst/>
              <a:cxnLst/>
              <a:rect r="r" b="b" t="t" l="l"/>
              <a:pathLst>
                <a:path h="969772" w="13132817">
                  <a:moveTo>
                    <a:pt x="8255" y="0"/>
                  </a:moveTo>
                  <a:lnTo>
                    <a:pt x="13124562" y="0"/>
                  </a:lnTo>
                  <a:cubicBezTo>
                    <a:pt x="13129133" y="0"/>
                    <a:pt x="13132817" y="3683"/>
                    <a:pt x="13132817" y="8255"/>
                  </a:cubicBezTo>
                  <a:lnTo>
                    <a:pt x="13132817" y="961517"/>
                  </a:lnTo>
                  <a:cubicBezTo>
                    <a:pt x="13132817" y="966089"/>
                    <a:pt x="13129133" y="969772"/>
                    <a:pt x="13124562" y="969772"/>
                  </a:cubicBezTo>
                  <a:lnTo>
                    <a:pt x="8255" y="969772"/>
                  </a:lnTo>
                  <a:cubicBezTo>
                    <a:pt x="3683" y="969772"/>
                    <a:pt x="0" y="966089"/>
                    <a:pt x="0" y="96151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961517"/>
                  </a:lnTo>
                  <a:lnTo>
                    <a:pt x="8255" y="961517"/>
                  </a:lnTo>
                  <a:lnTo>
                    <a:pt x="8255" y="953262"/>
                  </a:lnTo>
                  <a:lnTo>
                    <a:pt x="13124562" y="953262"/>
                  </a:lnTo>
                  <a:lnTo>
                    <a:pt x="13124562" y="961517"/>
                  </a:lnTo>
                  <a:lnTo>
                    <a:pt x="13116306" y="961517"/>
                  </a:lnTo>
                  <a:lnTo>
                    <a:pt x="13116306" y="8255"/>
                  </a:lnTo>
                  <a:lnTo>
                    <a:pt x="13124562" y="8255"/>
                  </a:lnTo>
                  <a:lnTo>
                    <a:pt x="13124562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2" id="142" descr="image.png"/>
          <p:cNvSpPr/>
          <p:nvPr/>
        </p:nvSpPr>
        <p:spPr>
          <a:xfrm flipH="false" flipV="false" rot="0">
            <a:off x="12639704" y="7027793"/>
            <a:ext cx="343157" cy="214484"/>
          </a:xfrm>
          <a:custGeom>
            <a:avLst/>
            <a:gdLst/>
            <a:ahLst/>
            <a:cxnLst/>
            <a:rect r="r" b="b" t="t" l="l"/>
            <a:pathLst>
              <a:path h="214484" w="343157">
                <a:moveTo>
                  <a:pt x="0" y="0"/>
                </a:moveTo>
                <a:lnTo>
                  <a:pt x="343157" y="0"/>
                </a:lnTo>
                <a:lnTo>
                  <a:pt x="343157" y="214484"/>
                </a:lnTo>
                <a:lnTo>
                  <a:pt x="0" y="214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sp>
        <p:nvSpPr>
          <p:cNvPr name="Freeform 143" id="143" descr="image.png"/>
          <p:cNvSpPr/>
          <p:nvPr/>
        </p:nvSpPr>
        <p:spPr>
          <a:xfrm flipH="false" flipV="false" rot="0">
            <a:off x="15856829" y="6989188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8" y="0"/>
                </a:lnTo>
                <a:lnTo>
                  <a:pt x="343158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" t="0" r="-1" b="0"/>
            </a:stretch>
          </a:blipFill>
        </p:spPr>
      </p:sp>
      <p:sp>
        <p:nvSpPr>
          <p:cNvPr name="Freeform 144" id="144" descr="image.png"/>
          <p:cNvSpPr/>
          <p:nvPr/>
        </p:nvSpPr>
        <p:spPr>
          <a:xfrm flipH="false" flipV="false" rot="0">
            <a:off x="8178632" y="8090183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" t="0" r="-1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8693372" y="7950060"/>
            <a:ext cx="3831946" cy="285969"/>
            <a:chOff x="0" y="0"/>
            <a:chExt cx="5109261" cy="38129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109264" cy="381296"/>
            </a:xfrm>
            <a:custGeom>
              <a:avLst/>
              <a:gdLst/>
              <a:ahLst/>
              <a:cxnLst/>
              <a:rect r="r" b="b" t="t" l="l"/>
              <a:pathLst>
                <a:path h="381296" w="5109264">
                  <a:moveTo>
                    <a:pt x="0" y="0"/>
                  </a:moveTo>
                  <a:lnTo>
                    <a:pt x="5109264" y="0"/>
                  </a:lnTo>
                  <a:lnTo>
                    <a:pt x="5109264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5109261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Unique Position: High Privacy + High AI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8693372" y="8293227"/>
            <a:ext cx="3831946" cy="228781"/>
            <a:chOff x="0" y="0"/>
            <a:chExt cx="5109261" cy="30504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109264" cy="305038"/>
            </a:xfrm>
            <a:custGeom>
              <a:avLst/>
              <a:gdLst/>
              <a:ahLst/>
              <a:cxnLst/>
              <a:rect r="r" b="b" t="t" l="l"/>
              <a:pathLst>
                <a:path h="305038" w="5109264">
                  <a:moveTo>
                    <a:pt x="0" y="0"/>
                  </a:moveTo>
                  <a:lnTo>
                    <a:pt x="5109264" y="0"/>
                  </a:lnTo>
                  <a:lnTo>
                    <a:pt x="5109264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5109261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Capturing the empty quadrant in the market</a:t>
              </a:r>
            </a:p>
          </p:txBody>
        </p:sp>
      </p:grpSp>
      <p:sp>
        <p:nvSpPr>
          <p:cNvPr name="Freeform 151" id="151"/>
          <p:cNvSpPr/>
          <p:nvPr/>
        </p:nvSpPr>
        <p:spPr>
          <a:xfrm flipH="false" flipV="false" rot="0">
            <a:off x="12622832" y="3939283"/>
            <a:ext cx="376900" cy="325390"/>
          </a:xfrm>
          <a:custGeom>
            <a:avLst/>
            <a:gdLst/>
            <a:ahLst/>
            <a:cxnLst/>
            <a:rect r="r" b="b" t="t" l="l"/>
            <a:pathLst>
              <a:path h="325390" w="376900">
                <a:moveTo>
                  <a:pt x="0" y="0"/>
                </a:moveTo>
                <a:lnTo>
                  <a:pt x="376900" y="0"/>
                </a:lnTo>
                <a:lnTo>
                  <a:pt x="376900" y="325390"/>
                </a:lnTo>
                <a:lnTo>
                  <a:pt x="0" y="3253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2" id="152"/>
          <p:cNvSpPr/>
          <p:nvPr/>
        </p:nvSpPr>
        <p:spPr>
          <a:xfrm flipH="false" flipV="false" rot="0">
            <a:off x="9405716" y="5456683"/>
            <a:ext cx="376900" cy="325390"/>
          </a:xfrm>
          <a:custGeom>
            <a:avLst/>
            <a:gdLst/>
            <a:ahLst/>
            <a:cxnLst/>
            <a:rect r="r" b="b" t="t" l="l"/>
            <a:pathLst>
              <a:path h="325390" w="376900">
                <a:moveTo>
                  <a:pt x="0" y="0"/>
                </a:moveTo>
                <a:lnTo>
                  <a:pt x="376900" y="0"/>
                </a:lnTo>
                <a:lnTo>
                  <a:pt x="376900" y="325391"/>
                </a:lnTo>
                <a:lnTo>
                  <a:pt x="0" y="3253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9472636" y="6916887"/>
            <a:ext cx="376900" cy="325390"/>
          </a:xfrm>
          <a:custGeom>
            <a:avLst/>
            <a:gdLst/>
            <a:ahLst/>
            <a:cxnLst/>
            <a:rect r="r" b="b" t="t" l="l"/>
            <a:pathLst>
              <a:path h="325390" w="376900">
                <a:moveTo>
                  <a:pt x="0" y="0"/>
                </a:moveTo>
                <a:lnTo>
                  <a:pt x="376900" y="0"/>
                </a:lnTo>
                <a:lnTo>
                  <a:pt x="376900" y="325390"/>
                </a:lnTo>
                <a:lnTo>
                  <a:pt x="0" y="3253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01" y="-6201"/>
            <a:ext cx="9163307" cy="10307431"/>
            <a:chOff x="0" y="0"/>
            <a:chExt cx="12217743" cy="137432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255" y="8255"/>
              <a:ext cx="1220127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2201271">
                  <a:moveTo>
                    <a:pt x="0" y="0"/>
                  </a:moveTo>
                  <a:lnTo>
                    <a:pt x="12201271" y="0"/>
                  </a:lnTo>
                  <a:lnTo>
                    <a:pt x="122012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A1F3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17781" cy="13743178"/>
            </a:xfrm>
            <a:custGeom>
              <a:avLst/>
              <a:gdLst/>
              <a:ahLst/>
              <a:cxnLst/>
              <a:rect r="r" b="b" t="t" l="l"/>
              <a:pathLst>
                <a:path h="13743178" w="12217781">
                  <a:moveTo>
                    <a:pt x="8255" y="0"/>
                  </a:moveTo>
                  <a:lnTo>
                    <a:pt x="12209526" y="0"/>
                  </a:lnTo>
                  <a:cubicBezTo>
                    <a:pt x="12214098" y="0"/>
                    <a:pt x="12217781" y="3683"/>
                    <a:pt x="12217781" y="8255"/>
                  </a:cubicBezTo>
                  <a:lnTo>
                    <a:pt x="12217781" y="13734923"/>
                  </a:lnTo>
                  <a:cubicBezTo>
                    <a:pt x="12217781" y="13739495"/>
                    <a:pt x="12214098" y="13743178"/>
                    <a:pt x="12209526" y="13743178"/>
                  </a:cubicBezTo>
                  <a:lnTo>
                    <a:pt x="8255" y="13743178"/>
                  </a:lnTo>
                  <a:cubicBezTo>
                    <a:pt x="3683" y="13743178"/>
                    <a:pt x="0" y="13739495"/>
                    <a:pt x="0" y="13734923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13734923"/>
                  </a:lnTo>
                  <a:lnTo>
                    <a:pt x="8255" y="13734923"/>
                  </a:lnTo>
                  <a:lnTo>
                    <a:pt x="8255" y="13726668"/>
                  </a:lnTo>
                  <a:lnTo>
                    <a:pt x="12209526" y="13726668"/>
                  </a:lnTo>
                  <a:lnTo>
                    <a:pt x="12209526" y="13734923"/>
                  </a:lnTo>
                  <a:lnTo>
                    <a:pt x="12201271" y="13734923"/>
                  </a:lnTo>
                  <a:lnTo>
                    <a:pt x="12201271" y="8255"/>
                  </a:lnTo>
                  <a:lnTo>
                    <a:pt x="12209526" y="8255"/>
                  </a:lnTo>
                  <a:lnTo>
                    <a:pt x="1220952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1F293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85460" y="3260360"/>
            <a:ext cx="7763980" cy="1315479"/>
            <a:chOff x="0" y="0"/>
            <a:chExt cx="10351973" cy="17539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52024" cy="1753997"/>
            </a:xfrm>
            <a:custGeom>
              <a:avLst/>
              <a:gdLst/>
              <a:ahLst/>
              <a:cxnLst/>
              <a:rect r="r" b="b" t="t" l="l"/>
              <a:pathLst>
                <a:path h="1753997" w="10352024">
                  <a:moveTo>
                    <a:pt x="0" y="0"/>
                  </a:moveTo>
                  <a:lnTo>
                    <a:pt x="10352024" y="0"/>
                  </a:lnTo>
                  <a:lnTo>
                    <a:pt x="10352024" y="1753997"/>
                  </a:lnTo>
                  <a:lnTo>
                    <a:pt x="0" y="1753997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86314" y="686333"/>
            <a:ext cx="915095" cy="57198"/>
            <a:chOff x="0" y="0"/>
            <a:chExt cx="1220127" cy="76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0089" cy="76200"/>
            </a:xfrm>
            <a:custGeom>
              <a:avLst/>
              <a:gdLst/>
              <a:ahLst/>
              <a:cxnLst/>
              <a:rect r="r" b="b" t="t" l="l"/>
              <a:pathLst>
                <a:path h="76200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D9C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86314" y="972312"/>
            <a:ext cx="7763980" cy="686333"/>
            <a:chOff x="0" y="0"/>
            <a:chExt cx="10351973" cy="9151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51977" cy="915115"/>
            </a:xfrm>
            <a:custGeom>
              <a:avLst/>
              <a:gdLst/>
              <a:ahLst/>
              <a:cxnLst/>
              <a:rect r="r" b="b" t="t" l="l"/>
              <a:pathLst>
                <a:path h="915115" w="10351977">
                  <a:moveTo>
                    <a:pt x="0" y="0"/>
                  </a:moveTo>
                  <a:lnTo>
                    <a:pt x="10351977" y="0"/>
                  </a:lnTo>
                  <a:lnTo>
                    <a:pt x="10351977" y="915115"/>
                  </a:lnTo>
                  <a:lnTo>
                    <a:pt x="0" y="9151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0351973" cy="867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4308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ROADMAP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6314" y="1773031"/>
            <a:ext cx="7763980" cy="409355"/>
            <a:chOff x="0" y="0"/>
            <a:chExt cx="10351973" cy="5458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51977" cy="545811"/>
            </a:xfrm>
            <a:custGeom>
              <a:avLst/>
              <a:gdLst/>
              <a:ahLst/>
              <a:cxnLst/>
              <a:rect r="r" b="b" t="t" l="l"/>
              <a:pathLst>
                <a:path h="545811" w="10351977">
                  <a:moveTo>
                    <a:pt x="0" y="0"/>
                  </a:moveTo>
                  <a:lnTo>
                    <a:pt x="10351977" y="0"/>
                  </a:lnTo>
                  <a:lnTo>
                    <a:pt x="10351977" y="545811"/>
                  </a:lnTo>
                  <a:lnTo>
                    <a:pt x="0" y="5458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0351973" cy="622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8"/>
                </a:lnSpc>
              </a:pPr>
              <a:r>
                <a:rPr lang="en-US" sz="19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From MVP to National Scale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9481" y="3546072"/>
            <a:ext cx="1344044" cy="457562"/>
            <a:chOff x="0" y="0"/>
            <a:chExt cx="1792059" cy="6100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2054" cy="610077"/>
            </a:xfrm>
            <a:custGeom>
              <a:avLst/>
              <a:gdLst/>
              <a:ahLst/>
              <a:cxnLst/>
              <a:rect r="r" b="b" t="t" l="l"/>
              <a:pathLst>
                <a:path h="610077" w="1792054">
                  <a:moveTo>
                    <a:pt x="0" y="0"/>
                  </a:moveTo>
                  <a:lnTo>
                    <a:pt x="1792054" y="0"/>
                  </a:lnTo>
                  <a:lnTo>
                    <a:pt x="1792054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792059" cy="591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871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Q1'26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9481" y="4060822"/>
            <a:ext cx="1344044" cy="228781"/>
            <a:chOff x="0" y="0"/>
            <a:chExt cx="1792059" cy="3050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92054" cy="305038"/>
            </a:xfrm>
            <a:custGeom>
              <a:avLst/>
              <a:gdLst/>
              <a:ahLst/>
              <a:cxnLst/>
              <a:rect r="r" b="b" t="t" l="l"/>
              <a:pathLst>
                <a:path h="305038" w="1792054">
                  <a:moveTo>
                    <a:pt x="0" y="0"/>
                  </a:moveTo>
                  <a:lnTo>
                    <a:pt x="1792054" y="0"/>
                  </a:lnTo>
                  <a:lnTo>
                    <a:pt x="1792054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792059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00D9C0"/>
                  </a:solidFill>
                  <a:latin typeface="Inter"/>
                  <a:ea typeface="Inter"/>
                  <a:cs typeface="Inter"/>
                  <a:sym typeface="Inter"/>
                </a:rPr>
                <a:t>DONE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602297" y="3703358"/>
            <a:ext cx="4990109" cy="428958"/>
            <a:chOff x="0" y="0"/>
            <a:chExt cx="6653479" cy="5719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53480" cy="571947"/>
            </a:xfrm>
            <a:custGeom>
              <a:avLst/>
              <a:gdLst/>
              <a:ahLst/>
              <a:cxnLst/>
              <a:rect r="r" b="b" t="t" l="l"/>
              <a:pathLst>
                <a:path h="571947" w="6653480">
                  <a:moveTo>
                    <a:pt x="0" y="0"/>
                  </a:moveTo>
                  <a:lnTo>
                    <a:pt x="6653480" y="0"/>
                  </a:lnTo>
                  <a:lnTo>
                    <a:pt x="6653480" y="571947"/>
                  </a:lnTo>
                  <a:lnTo>
                    <a:pt x="0" y="571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6653479" cy="64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7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MVP Ready</a:t>
              </a:r>
            </a:p>
          </p:txBody>
        </p:sp>
      </p:grpSp>
      <p:sp>
        <p:nvSpPr>
          <p:cNvPr name="Freeform 24" id="24" descr="image.png"/>
          <p:cNvSpPr/>
          <p:nvPr/>
        </p:nvSpPr>
        <p:spPr>
          <a:xfrm flipH="false" flipV="false" rot="0">
            <a:off x="7821178" y="3771986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86314" y="4918739"/>
            <a:ext cx="7763980" cy="1315479"/>
            <a:chOff x="0" y="0"/>
            <a:chExt cx="10351973" cy="17539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52024" cy="1753997"/>
            </a:xfrm>
            <a:custGeom>
              <a:avLst/>
              <a:gdLst/>
              <a:ahLst/>
              <a:cxnLst/>
              <a:rect r="r" b="b" t="t" l="l"/>
              <a:pathLst>
                <a:path h="1753997" w="10352024">
                  <a:moveTo>
                    <a:pt x="0" y="0"/>
                  </a:moveTo>
                  <a:lnTo>
                    <a:pt x="10352024" y="0"/>
                  </a:lnTo>
                  <a:lnTo>
                    <a:pt x="10352024" y="1753997"/>
                  </a:lnTo>
                  <a:lnTo>
                    <a:pt x="0" y="1753997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-5400000">
            <a:off x="127721" y="5477342"/>
            <a:ext cx="1315479" cy="198272"/>
            <a:chOff x="0" y="0"/>
            <a:chExt cx="1753972" cy="2643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53997" cy="264414"/>
            </a:xfrm>
            <a:custGeom>
              <a:avLst/>
              <a:gdLst/>
              <a:ahLst/>
              <a:cxnLst/>
              <a:rect r="r" b="b" t="t" l="l"/>
              <a:pathLst>
                <a:path h="264414" w="1753997">
                  <a:moveTo>
                    <a:pt x="132207" y="0"/>
                  </a:moveTo>
                  <a:lnTo>
                    <a:pt x="1621790" y="0"/>
                  </a:lnTo>
                  <a:cubicBezTo>
                    <a:pt x="1694815" y="0"/>
                    <a:pt x="1753997" y="59182"/>
                    <a:pt x="1753997" y="132207"/>
                  </a:cubicBezTo>
                  <a:lnTo>
                    <a:pt x="1753997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29481" y="5204717"/>
            <a:ext cx="1429826" cy="457562"/>
            <a:chOff x="0" y="0"/>
            <a:chExt cx="1906435" cy="6100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6441" cy="610077"/>
            </a:xfrm>
            <a:custGeom>
              <a:avLst/>
              <a:gdLst/>
              <a:ahLst/>
              <a:cxnLst/>
              <a:rect r="r" b="b" t="t" l="l"/>
              <a:pathLst>
                <a:path h="610077" w="1906441">
                  <a:moveTo>
                    <a:pt x="0" y="0"/>
                  </a:moveTo>
                  <a:lnTo>
                    <a:pt x="1906441" y="0"/>
                  </a:lnTo>
                  <a:lnTo>
                    <a:pt x="1906441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1906435" cy="591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871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Q2'26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9481" y="5719467"/>
            <a:ext cx="1429826" cy="228781"/>
            <a:chOff x="0" y="0"/>
            <a:chExt cx="1906435" cy="3050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6441" cy="305038"/>
            </a:xfrm>
            <a:custGeom>
              <a:avLst/>
              <a:gdLst/>
              <a:ahLst/>
              <a:cxnLst/>
              <a:rect r="r" b="b" t="t" l="l"/>
              <a:pathLst>
                <a:path h="305038" w="1906441">
                  <a:moveTo>
                    <a:pt x="0" y="0"/>
                  </a:moveTo>
                  <a:lnTo>
                    <a:pt x="1906441" y="0"/>
                  </a:lnTo>
                  <a:lnTo>
                    <a:pt x="1906441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906435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 PROGRESS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688079" y="5362004"/>
            <a:ext cx="4904318" cy="428958"/>
            <a:chOff x="0" y="0"/>
            <a:chExt cx="6539090" cy="5719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39095" cy="571947"/>
            </a:xfrm>
            <a:custGeom>
              <a:avLst/>
              <a:gdLst/>
              <a:ahLst/>
              <a:cxnLst/>
              <a:rect r="r" b="b" t="t" l="l"/>
              <a:pathLst>
                <a:path h="571947" w="6539095">
                  <a:moveTo>
                    <a:pt x="0" y="0"/>
                  </a:moveTo>
                  <a:lnTo>
                    <a:pt x="6539095" y="0"/>
                  </a:lnTo>
                  <a:lnTo>
                    <a:pt x="6539095" y="571947"/>
                  </a:lnTo>
                  <a:lnTo>
                    <a:pt x="0" y="571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6539090" cy="64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7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Enterprise</a:t>
              </a:r>
            </a:p>
          </p:txBody>
        </p:sp>
      </p:grpSp>
      <p:sp>
        <p:nvSpPr>
          <p:cNvPr name="Freeform 38" id="38" descr="image.png"/>
          <p:cNvSpPr/>
          <p:nvPr/>
        </p:nvSpPr>
        <p:spPr>
          <a:xfrm flipH="false" flipV="false" rot="0">
            <a:off x="7821178" y="5430631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0" r="-1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686314" y="6577384"/>
            <a:ext cx="7763980" cy="1029500"/>
            <a:chOff x="0" y="0"/>
            <a:chExt cx="10351973" cy="13726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52024" cy="1372616"/>
            </a:xfrm>
            <a:custGeom>
              <a:avLst/>
              <a:gdLst/>
              <a:ahLst/>
              <a:cxnLst/>
              <a:rect r="r" b="b" t="t" l="l"/>
              <a:pathLst>
                <a:path h="1372616" w="10352024">
                  <a:moveTo>
                    <a:pt x="0" y="0"/>
                  </a:moveTo>
                  <a:lnTo>
                    <a:pt x="10352024" y="0"/>
                  </a:lnTo>
                  <a:lnTo>
                    <a:pt x="10352024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-5400000">
            <a:off x="270700" y="6992998"/>
            <a:ext cx="1029500" cy="198272"/>
            <a:chOff x="0" y="0"/>
            <a:chExt cx="1372667" cy="2643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72743" cy="264414"/>
            </a:xfrm>
            <a:custGeom>
              <a:avLst/>
              <a:gdLst/>
              <a:ahLst/>
              <a:cxnLst/>
              <a:rect r="r" b="b" t="t" l="l"/>
              <a:pathLst>
                <a:path h="264414" w="1372743">
                  <a:moveTo>
                    <a:pt x="132207" y="0"/>
                  </a:moveTo>
                  <a:lnTo>
                    <a:pt x="1240536" y="0"/>
                  </a:lnTo>
                  <a:cubicBezTo>
                    <a:pt x="1313561" y="0"/>
                    <a:pt x="1372743" y="59182"/>
                    <a:pt x="1372743" y="132207"/>
                  </a:cubicBezTo>
                  <a:lnTo>
                    <a:pt x="1372743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29481" y="6863363"/>
            <a:ext cx="1444133" cy="457562"/>
            <a:chOff x="0" y="0"/>
            <a:chExt cx="1925510" cy="6100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25504" cy="610077"/>
            </a:xfrm>
            <a:custGeom>
              <a:avLst/>
              <a:gdLst/>
              <a:ahLst/>
              <a:cxnLst/>
              <a:rect r="r" b="b" t="t" l="l"/>
              <a:pathLst>
                <a:path h="610077" w="1925504">
                  <a:moveTo>
                    <a:pt x="0" y="0"/>
                  </a:moveTo>
                  <a:lnTo>
                    <a:pt x="1925504" y="0"/>
                  </a:lnTo>
                  <a:lnTo>
                    <a:pt x="1925504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19050"/>
              <a:ext cx="1925510" cy="591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871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Q3'26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702376" y="6877660"/>
            <a:ext cx="4890021" cy="428958"/>
            <a:chOff x="0" y="0"/>
            <a:chExt cx="6520028" cy="5719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20030" cy="571947"/>
            </a:xfrm>
            <a:custGeom>
              <a:avLst/>
              <a:gdLst/>
              <a:ahLst/>
              <a:cxnLst/>
              <a:rect r="r" b="b" t="t" l="l"/>
              <a:pathLst>
                <a:path h="571947" w="6520030">
                  <a:moveTo>
                    <a:pt x="0" y="0"/>
                  </a:moveTo>
                  <a:lnTo>
                    <a:pt x="6520030" y="0"/>
                  </a:lnTo>
                  <a:lnTo>
                    <a:pt x="6520030" y="571947"/>
                  </a:lnTo>
                  <a:lnTo>
                    <a:pt x="0" y="571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6520028" cy="64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7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Federated</a:t>
              </a:r>
            </a:p>
          </p:txBody>
        </p:sp>
      </p:grpSp>
      <p:sp>
        <p:nvSpPr>
          <p:cNvPr name="Freeform 49" id="49" descr="image.png"/>
          <p:cNvSpPr/>
          <p:nvPr/>
        </p:nvSpPr>
        <p:spPr>
          <a:xfrm flipH="false" flipV="false" rot="0">
            <a:off x="7821178" y="6946297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686314" y="7950060"/>
            <a:ext cx="7763980" cy="1029500"/>
            <a:chOff x="0" y="0"/>
            <a:chExt cx="10351973" cy="13726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352024" cy="1372616"/>
            </a:xfrm>
            <a:custGeom>
              <a:avLst/>
              <a:gdLst/>
              <a:ahLst/>
              <a:cxnLst/>
              <a:rect r="r" b="b" t="t" l="l"/>
              <a:pathLst>
                <a:path h="1372616" w="10352024">
                  <a:moveTo>
                    <a:pt x="0" y="0"/>
                  </a:moveTo>
                  <a:lnTo>
                    <a:pt x="10352024" y="0"/>
                  </a:lnTo>
                  <a:lnTo>
                    <a:pt x="10352024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2" id="52"/>
          <p:cNvGrpSpPr/>
          <p:nvPr/>
        </p:nvGrpSpPr>
        <p:grpSpPr>
          <a:xfrm rot="-5400000">
            <a:off x="270700" y="8365674"/>
            <a:ext cx="1029500" cy="198272"/>
            <a:chOff x="0" y="0"/>
            <a:chExt cx="1372667" cy="2643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72743" cy="264414"/>
            </a:xfrm>
            <a:custGeom>
              <a:avLst/>
              <a:gdLst/>
              <a:ahLst/>
              <a:cxnLst/>
              <a:rect r="r" b="b" t="t" l="l"/>
              <a:pathLst>
                <a:path h="264414" w="1372743">
                  <a:moveTo>
                    <a:pt x="132207" y="0"/>
                  </a:moveTo>
                  <a:lnTo>
                    <a:pt x="1240536" y="0"/>
                  </a:lnTo>
                  <a:cubicBezTo>
                    <a:pt x="1313561" y="0"/>
                    <a:pt x="1372743" y="59182"/>
                    <a:pt x="1372743" y="132207"/>
                  </a:cubicBezTo>
                  <a:lnTo>
                    <a:pt x="1372743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29481" y="8236039"/>
            <a:ext cx="1501321" cy="457562"/>
            <a:chOff x="0" y="0"/>
            <a:chExt cx="2001761" cy="61008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01762" cy="610077"/>
            </a:xfrm>
            <a:custGeom>
              <a:avLst/>
              <a:gdLst/>
              <a:ahLst/>
              <a:cxnLst/>
              <a:rect r="r" b="b" t="t" l="l"/>
              <a:pathLst>
                <a:path h="610077" w="2001762">
                  <a:moveTo>
                    <a:pt x="0" y="0"/>
                  </a:moveTo>
                  <a:lnTo>
                    <a:pt x="2001762" y="0"/>
                  </a:lnTo>
                  <a:lnTo>
                    <a:pt x="2001762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19050"/>
              <a:ext cx="2001761" cy="591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871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2027+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759573" y="8250336"/>
            <a:ext cx="4832833" cy="428958"/>
            <a:chOff x="0" y="0"/>
            <a:chExt cx="6443777" cy="5719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43772" cy="571947"/>
            </a:xfrm>
            <a:custGeom>
              <a:avLst/>
              <a:gdLst/>
              <a:ahLst/>
              <a:cxnLst/>
              <a:rect r="r" b="b" t="t" l="l"/>
              <a:pathLst>
                <a:path h="571947" w="6443772">
                  <a:moveTo>
                    <a:pt x="0" y="0"/>
                  </a:moveTo>
                  <a:lnTo>
                    <a:pt x="6443772" y="0"/>
                  </a:lnTo>
                  <a:lnTo>
                    <a:pt x="6443772" y="571947"/>
                  </a:lnTo>
                  <a:lnTo>
                    <a:pt x="0" y="571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6443777" cy="64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7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National</a:t>
              </a:r>
            </a:p>
          </p:txBody>
        </p:sp>
      </p:grpSp>
      <p:sp>
        <p:nvSpPr>
          <p:cNvPr name="Freeform 60" id="60" descr="image.png"/>
          <p:cNvSpPr/>
          <p:nvPr/>
        </p:nvSpPr>
        <p:spPr>
          <a:xfrm flipH="false" flipV="false" rot="0">
            <a:off x="7821178" y="8336128"/>
            <a:ext cx="343157" cy="257375"/>
          </a:xfrm>
          <a:custGeom>
            <a:avLst/>
            <a:gdLst/>
            <a:ahLst/>
            <a:cxnLst/>
            <a:rect r="r" b="b" t="t" l="l"/>
            <a:pathLst>
              <a:path h="257375" w="343157">
                <a:moveTo>
                  <a:pt x="0" y="0"/>
                </a:moveTo>
                <a:lnTo>
                  <a:pt x="343157" y="0"/>
                </a:lnTo>
                <a:lnTo>
                  <a:pt x="343157" y="257375"/>
                </a:lnTo>
                <a:lnTo>
                  <a:pt x="0" y="257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9150915" y="0"/>
            <a:ext cx="9150915" cy="10295039"/>
            <a:chOff x="0" y="0"/>
            <a:chExt cx="12201220" cy="137267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20127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2201271">
                  <a:moveTo>
                    <a:pt x="0" y="0"/>
                  </a:moveTo>
                  <a:lnTo>
                    <a:pt x="12201271" y="0"/>
                  </a:lnTo>
                  <a:lnTo>
                    <a:pt x="1220127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837229" y="2052643"/>
            <a:ext cx="7778286" cy="327358"/>
            <a:chOff x="0" y="0"/>
            <a:chExt cx="10371049" cy="43647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371042" cy="436481"/>
            </a:xfrm>
            <a:custGeom>
              <a:avLst/>
              <a:gdLst/>
              <a:ahLst/>
              <a:cxnLst/>
              <a:rect r="r" b="b" t="t" l="l"/>
              <a:pathLst>
                <a:path h="436481" w="10371042">
                  <a:moveTo>
                    <a:pt x="0" y="0"/>
                  </a:moveTo>
                  <a:lnTo>
                    <a:pt x="10371042" y="0"/>
                  </a:lnTo>
                  <a:lnTo>
                    <a:pt x="10371042" y="436481"/>
                  </a:lnTo>
                  <a:lnTo>
                    <a:pt x="0" y="436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0371049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 ACHIEVEMENTS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31038" y="2789983"/>
            <a:ext cx="3758546" cy="1685334"/>
            <a:chOff x="0" y="0"/>
            <a:chExt cx="5011395" cy="224711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8255" y="8255"/>
              <a:ext cx="4994910" cy="2230628"/>
            </a:xfrm>
            <a:custGeom>
              <a:avLst/>
              <a:gdLst/>
              <a:ahLst/>
              <a:cxnLst/>
              <a:rect r="r" b="b" t="t" l="l"/>
              <a:pathLst>
                <a:path h="2230628" w="4994910">
                  <a:moveTo>
                    <a:pt x="0" y="0"/>
                  </a:moveTo>
                  <a:lnTo>
                    <a:pt x="4994910" y="0"/>
                  </a:lnTo>
                  <a:lnTo>
                    <a:pt x="4994910" y="2230628"/>
                  </a:lnTo>
                  <a:lnTo>
                    <a:pt x="0" y="2230628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11420" cy="2247138"/>
            </a:xfrm>
            <a:custGeom>
              <a:avLst/>
              <a:gdLst/>
              <a:ahLst/>
              <a:cxnLst/>
              <a:rect r="r" b="b" t="t" l="l"/>
              <a:pathLst>
                <a:path h="2247138" w="5011420">
                  <a:moveTo>
                    <a:pt x="8255" y="0"/>
                  </a:moveTo>
                  <a:lnTo>
                    <a:pt x="5003165" y="0"/>
                  </a:lnTo>
                  <a:cubicBezTo>
                    <a:pt x="5007737" y="0"/>
                    <a:pt x="5011420" y="3683"/>
                    <a:pt x="5011420" y="8255"/>
                  </a:cubicBezTo>
                  <a:lnTo>
                    <a:pt x="5011420" y="2238883"/>
                  </a:lnTo>
                  <a:cubicBezTo>
                    <a:pt x="5011420" y="2243455"/>
                    <a:pt x="5007737" y="2247138"/>
                    <a:pt x="5003165" y="2247138"/>
                  </a:cubicBezTo>
                  <a:lnTo>
                    <a:pt x="8255" y="2247138"/>
                  </a:lnTo>
                  <a:cubicBezTo>
                    <a:pt x="3683" y="2247138"/>
                    <a:pt x="0" y="2243455"/>
                    <a:pt x="0" y="2238883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238883"/>
                  </a:lnTo>
                  <a:lnTo>
                    <a:pt x="8255" y="2238883"/>
                  </a:lnTo>
                  <a:lnTo>
                    <a:pt x="8255" y="2230628"/>
                  </a:lnTo>
                  <a:lnTo>
                    <a:pt x="5003165" y="2230628"/>
                  </a:lnTo>
                  <a:lnTo>
                    <a:pt x="5003165" y="2238883"/>
                  </a:lnTo>
                  <a:lnTo>
                    <a:pt x="4994910" y="2238883"/>
                  </a:lnTo>
                  <a:lnTo>
                    <a:pt x="4994910" y="8255"/>
                  </a:lnTo>
                  <a:lnTo>
                    <a:pt x="5003165" y="8255"/>
                  </a:lnTo>
                  <a:lnTo>
                    <a:pt x="500316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194684" y="3153647"/>
            <a:ext cx="3031246" cy="414661"/>
            <a:chOff x="0" y="0"/>
            <a:chExt cx="4041661" cy="55288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41656" cy="552882"/>
            </a:xfrm>
            <a:custGeom>
              <a:avLst/>
              <a:gdLst/>
              <a:ahLst/>
              <a:cxnLst/>
              <a:rect r="r" b="b" t="t" l="l"/>
              <a:pathLst>
                <a:path h="552882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041661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Dockerized</a:t>
              </a:r>
            </a:p>
          </p:txBody>
        </p:sp>
      </p:grpSp>
      <p:sp>
        <p:nvSpPr>
          <p:cNvPr name="Freeform 72" id="72" descr="image.png"/>
          <p:cNvSpPr/>
          <p:nvPr/>
        </p:nvSpPr>
        <p:spPr>
          <a:xfrm flipH="false" flipV="false" rot="0">
            <a:off x="10194684" y="3717013"/>
            <a:ext cx="5490553" cy="274530"/>
          </a:xfrm>
          <a:custGeom>
            <a:avLst/>
            <a:gdLst/>
            <a:ahLst/>
            <a:cxnLst/>
            <a:rect r="r" b="b" t="t" l="l"/>
            <a:pathLst>
              <a:path h="274530" w="5490553">
                <a:moveTo>
                  <a:pt x="0" y="0"/>
                </a:moveTo>
                <a:lnTo>
                  <a:pt x="5490553" y="0"/>
                </a:lnTo>
                <a:lnTo>
                  <a:pt x="5490553" y="274530"/>
                </a:lnTo>
                <a:lnTo>
                  <a:pt x="0" y="2745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863161" y="2789983"/>
            <a:ext cx="3758546" cy="1685334"/>
            <a:chOff x="0" y="0"/>
            <a:chExt cx="5011395" cy="224711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8255" y="8255"/>
              <a:ext cx="4994910" cy="2230628"/>
            </a:xfrm>
            <a:custGeom>
              <a:avLst/>
              <a:gdLst/>
              <a:ahLst/>
              <a:cxnLst/>
              <a:rect r="r" b="b" t="t" l="l"/>
              <a:pathLst>
                <a:path h="2230628" w="4994910">
                  <a:moveTo>
                    <a:pt x="0" y="0"/>
                  </a:moveTo>
                  <a:lnTo>
                    <a:pt x="4994910" y="0"/>
                  </a:lnTo>
                  <a:lnTo>
                    <a:pt x="4994910" y="2230628"/>
                  </a:lnTo>
                  <a:lnTo>
                    <a:pt x="0" y="2230628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011420" cy="2247138"/>
            </a:xfrm>
            <a:custGeom>
              <a:avLst/>
              <a:gdLst/>
              <a:ahLst/>
              <a:cxnLst/>
              <a:rect r="r" b="b" t="t" l="l"/>
              <a:pathLst>
                <a:path h="2247138" w="5011420">
                  <a:moveTo>
                    <a:pt x="8255" y="0"/>
                  </a:moveTo>
                  <a:lnTo>
                    <a:pt x="5003165" y="0"/>
                  </a:lnTo>
                  <a:cubicBezTo>
                    <a:pt x="5007737" y="0"/>
                    <a:pt x="5011420" y="3683"/>
                    <a:pt x="5011420" y="8255"/>
                  </a:cubicBezTo>
                  <a:lnTo>
                    <a:pt x="5011420" y="2238883"/>
                  </a:lnTo>
                  <a:cubicBezTo>
                    <a:pt x="5011420" y="2243455"/>
                    <a:pt x="5007737" y="2247138"/>
                    <a:pt x="5003165" y="2247138"/>
                  </a:cubicBezTo>
                  <a:lnTo>
                    <a:pt x="8255" y="2247138"/>
                  </a:lnTo>
                  <a:cubicBezTo>
                    <a:pt x="3683" y="2247138"/>
                    <a:pt x="0" y="2243455"/>
                    <a:pt x="0" y="2238883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238883"/>
                  </a:lnTo>
                  <a:lnTo>
                    <a:pt x="8255" y="2238883"/>
                  </a:lnTo>
                  <a:lnTo>
                    <a:pt x="8255" y="2230628"/>
                  </a:lnTo>
                  <a:lnTo>
                    <a:pt x="5003165" y="2230628"/>
                  </a:lnTo>
                  <a:lnTo>
                    <a:pt x="5003165" y="2238883"/>
                  </a:lnTo>
                  <a:lnTo>
                    <a:pt x="4994910" y="2238883"/>
                  </a:lnTo>
                  <a:lnTo>
                    <a:pt x="4994910" y="8255"/>
                  </a:lnTo>
                  <a:lnTo>
                    <a:pt x="5003165" y="8255"/>
                  </a:lnTo>
                  <a:lnTo>
                    <a:pt x="500316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226816" y="3153647"/>
            <a:ext cx="3031246" cy="414661"/>
            <a:chOff x="0" y="0"/>
            <a:chExt cx="4041661" cy="55288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41656" cy="552882"/>
            </a:xfrm>
            <a:custGeom>
              <a:avLst/>
              <a:gdLst/>
              <a:ahLst/>
              <a:cxnLst/>
              <a:rect r="r" b="b" t="t" l="l"/>
              <a:pathLst>
                <a:path h="552882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041661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Policy Lab</a:t>
              </a:r>
            </a:p>
          </p:txBody>
        </p:sp>
      </p:grpSp>
      <p:sp>
        <p:nvSpPr>
          <p:cNvPr name="Freeform 79" id="79" descr="image.png"/>
          <p:cNvSpPr/>
          <p:nvPr/>
        </p:nvSpPr>
        <p:spPr>
          <a:xfrm flipH="false" flipV="false" rot="0">
            <a:off x="15570851" y="3729881"/>
            <a:ext cx="343157" cy="248793"/>
          </a:xfrm>
          <a:custGeom>
            <a:avLst/>
            <a:gdLst/>
            <a:ahLst/>
            <a:cxnLst/>
            <a:rect r="r" b="b" t="t" l="l"/>
            <a:pathLst>
              <a:path h="248793" w="343157">
                <a:moveTo>
                  <a:pt x="0" y="0"/>
                </a:moveTo>
                <a:lnTo>
                  <a:pt x="343157" y="0"/>
                </a:lnTo>
                <a:lnTo>
                  <a:pt x="343157" y="248793"/>
                </a:lnTo>
                <a:lnTo>
                  <a:pt x="0" y="2487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" t="0" r="-1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9831038" y="4748894"/>
            <a:ext cx="3758546" cy="1914115"/>
            <a:chOff x="0" y="0"/>
            <a:chExt cx="5011395" cy="255215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255" y="8255"/>
              <a:ext cx="4994910" cy="2535682"/>
            </a:xfrm>
            <a:custGeom>
              <a:avLst/>
              <a:gdLst/>
              <a:ahLst/>
              <a:cxnLst/>
              <a:rect r="r" b="b" t="t" l="l"/>
              <a:pathLst>
                <a:path h="2535682" w="4994910">
                  <a:moveTo>
                    <a:pt x="0" y="0"/>
                  </a:moveTo>
                  <a:lnTo>
                    <a:pt x="4994910" y="0"/>
                  </a:lnTo>
                  <a:lnTo>
                    <a:pt x="4994910" y="2535682"/>
                  </a:lnTo>
                  <a:lnTo>
                    <a:pt x="0" y="2535682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011420" cy="2552192"/>
            </a:xfrm>
            <a:custGeom>
              <a:avLst/>
              <a:gdLst/>
              <a:ahLst/>
              <a:cxnLst/>
              <a:rect r="r" b="b" t="t" l="l"/>
              <a:pathLst>
                <a:path h="2552192" w="5011420">
                  <a:moveTo>
                    <a:pt x="8255" y="0"/>
                  </a:moveTo>
                  <a:lnTo>
                    <a:pt x="5003165" y="0"/>
                  </a:lnTo>
                  <a:cubicBezTo>
                    <a:pt x="5007737" y="0"/>
                    <a:pt x="5011420" y="3683"/>
                    <a:pt x="5011420" y="8255"/>
                  </a:cubicBezTo>
                  <a:lnTo>
                    <a:pt x="5011420" y="2543937"/>
                  </a:lnTo>
                  <a:cubicBezTo>
                    <a:pt x="5011420" y="2548509"/>
                    <a:pt x="5007737" y="2552192"/>
                    <a:pt x="5003165" y="2552192"/>
                  </a:cubicBezTo>
                  <a:lnTo>
                    <a:pt x="8255" y="2552192"/>
                  </a:lnTo>
                  <a:cubicBezTo>
                    <a:pt x="3683" y="2552192"/>
                    <a:pt x="0" y="2548509"/>
                    <a:pt x="0" y="254393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543937"/>
                  </a:lnTo>
                  <a:lnTo>
                    <a:pt x="8255" y="2543937"/>
                  </a:lnTo>
                  <a:lnTo>
                    <a:pt x="8255" y="2535682"/>
                  </a:lnTo>
                  <a:lnTo>
                    <a:pt x="5003165" y="2535682"/>
                  </a:lnTo>
                  <a:lnTo>
                    <a:pt x="5003165" y="2543937"/>
                  </a:lnTo>
                  <a:lnTo>
                    <a:pt x="4994910" y="2543937"/>
                  </a:lnTo>
                  <a:lnTo>
                    <a:pt x="4994910" y="8255"/>
                  </a:lnTo>
                  <a:lnTo>
                    <a:pt x="5003165" y="8255"/>
                  </a:lnTo>
                  <a:lnTo>
                    <a:pt x="500316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0194684" y="5112559"/>
            <a:ext cx="3031246" cy="452057"/>
            <a:chOff x="0" y="0"/>
            <a:chExt cx="4041661" cy="60274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041656" cy="602743"/>
            </a:xfrm>
            <a:custGeom>
              <a:avLst/>
              <a:gdLst/>
              <a:ahLst/>
              <a:cxnLst/>
              <a:rect r="r" b="b" t="t" l="l"/>
              <a:pathLst>
                <a:path h="602743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602743"/>
                  </a:lnTo>
                  <a:lnTo>
                    <a:pt x="0" y="6027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041661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Hybrid Engine</a:t>
              </a:r>
            </a:p>
          </p:txBody>
        </p:sp>
      </p:grpSp>
      <p:sp>
        <p:nvSpPr>
          <p:cNvPr name="Freeform 86" id="86" descr="image.png"/>
          <p:cNvSpPr/>
          <p:nvPr/>
        </p:nvSpPr>
        <p:spPr>
          <a:xfrm flipH="false" flipV="false" rot="0">
            <a:off x="11538728" y="5919717"/>
            <a:ext cx="343157" cy="244507"/>
          </a:xfrm>
          <a:custGeom>
            <a:avLst/>
            <a:gdLst/>
            <a:ahLst/>
            <a:cxnLst/>
            <a:rect r="r" b="b" t="t" l="l"/>
            <a:pathLst>
              <a:path h="244507" w="343157">
                <a:moveTo>
                  <a:pt x="0" y="0"/>
                </a:moveTo>
                <a:lnTo>
                  <a:pt x="343157" y="0"/>
                </a:lnTo>
                <a:lnTo>
                  <a:pt x="343157" y="244507"/>
                </a:lnTo>
                <a:lnTo>
                  <a:pt x="0" y="2445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13863161" y="4748894"/>
            <a:ext cx="3758546" cy="1914115"/>
            <a:chOff x="0" y="0"/>
            <a:chExt cx="5011395" cy="255215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255" y="8255"/>
              <a:ext cx="4994910" cy="2535682"/>
            </a:xfrm>
            <a:custGeom>
              <a:avLst/>
              <a:gdLst/>
              <a:ahLst/>
              <a:cxnLst/>
              <a:rect r="r" b="b" t="t" l="l"/>
              <a:pathLst>
                <a:path h="2535682" w="4994910">
                  <a:moveTo>
                    <a:pt x="0" y="0"/>
                  </a:moveTo>
                  <a:lnTo>
                    <a:pt x="4994910" y="0"/>
                  </a:lnTo>
                  <a:lnTo>
                    <a:pt x="4994910" y="2535682"/>
                  </a:lnTo>
                  <a:lnTo>
                    <a:pt x="0" y="2535682"/>
                  </a:lnTo>
                  <a:close/>
                </a:path>
              </a:pathLst>
            </a:custGeom>
            <a:solidFill>
              <a:srgbClr val="11182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011420" cy="2552192"/>
            </a:xfrm>
            <a:custGeom>
              <a:avLst/>
              <a:gdLst/>
              <a:ahLst/>
              <a:cxnLst/>
              <a:rect r="r" b="b" t="t" l="l"/>
              <a:pathLst>
                <a:path h="2552192" w="5011420">
                  <a:moveTo>
                    <a:pt x="8255" y="0"/>
                  </a:moveTo>
                  <a:lnTo>
                    <a:pt x="5003165" y="0"/>
                  </a:lnTo>
                  <a:cubicBezTo>
                    <a:pt x="5007737" y="0"/>
                    <a:pt x="5011420" y="3683"/>
                    <a:pt x="5011420" y="8255"/>
                  </a:cubicBezTo>
                  <a:lnTo>
                    <a:pt x="5011420" y="2543937"/>
                  </a:lnTo>
                  <a:cubicBezTo>
                    <a:pt x="5011420" y="2548509"/>
                    <a:pt x="5007737" y="2552192"/>
                    <a:pt x="5003165" y="2552192"/>
                  </a:cubicBezTo>
                  <a:lnTo>
                    <a:pt x="8255" y="2552192"/>
                  </a:lnTo>
                  <a:cubicBezTo>
                    <a:pt x="3683" y="2552192"/>
                    <a:pt x="0" y="2548509"/>
                    <a:pt x="0" y="254393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543937"/>
                  </a:lnTo>
                  <a:lnTo>
                    <a:pt x="8255" y="2543937"/>
                  </a:lnTo>
                  <a:lnTo>
                    <a:pt x="8255" y="2535682"/>
                  </a:lnTo>
                  <a:lnTo>
                    <a:pt x="5003165" y="2535682"/>
                  </a:lnTo>
                  <a:lnTo>
                    <a:pt x="5003165" y="2543937"/>
                  </a:lnTo>
                  <a:lnTo>
                    <a:pt x="4994910" y="2543937"/>
                  </a:lnTo>
                  <a:lnTo>
                    <a:pt x="4994910" y="8255"/>
                  </a:lnTo>
                  <a:lnTo>
                    <a:pt x="5003165" y="8255"/>
                  </a:lnTo>
                  <a:lnTo>
                    <a:pt x="500316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4226816" y="5112559"/>
            <a:ext cx="3031246" cy="414661"/>
            <a:chOff x="0" y="0"/>
            <a:chExt cx="4041661" cy="55288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41656" cy="552882"/>
            </a:xfrm>
            <a:custGeom>
              <a:avLst/>
              <a:gdLst/>
              <a:ahLst/>
              <a:cxnLst/>
              <a:rect r="r" b="b" t="t" l="l"/>
              <a:pathLst>
                <a:path h="552882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4041661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100%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226816" y="5641616"/>
            <a:ext cx="3031246" cy="228781"/>
            <a:chOff x="0" y="0"/>
            <a:chExt cx="4041661" cy="30504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041656" cy="305038"/>
            </a:xfrm>
            <a:custGeom>
              <a:avLst/>
              <a:gdLst/>
              <a:ahLst/>
              <a:cxnLst/>
              <a:rect r="r" b="b" t="t" l="l"/>
              <a:pathLst>
                <a:path h="305038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4041661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On-Premise</a:t>
              </a:r>
            </a:p>
          </p:txBody>
        </p:sp>
      </p:grpSp>
      <p:sp>
        <p:nvSpPr>
          <p:cNvPr name="Freeform 96" id="96" descr="image.png"/>
          <p:cNvSpPr/>
          <p:nvPr/>
        </p:nvSpPr>
        <p:spPr>
          <a:xfrm flipH="false" flipV="false" rot="0">
            <a:off x="15570851" y="5878969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" t="0" r="-1" b="0"/>
            </a:stretch>
          </a:blipFill>
        </p:spPr>
      </p:sp>
      <p:sp>
        <p:nvSpPr>
          <p:cNvPr name="Freeform 97" id="97" descr="image.png"/>
          <p:cNvSpPr/>
          <p:nvPr/>
        </p:nvSpPr>
        <p:spPr>
          <a:xfrm flipH="false" flipV="false" rot="0">
            <a:off x="10237584" y="7742802"/>
            <a:ext cx="343157" cy="287398"/>
          </a:xfrm>
          <a:custGeom>
            <a:avLst/>
            <a:gdLst/>
            <a:ahLst/>
            <a:cxnLst/>
            <a:rect r="r" b="b" t="t" l="l"/>
            <a:pathLst>
              <a:path h="287398" w="343157">
                <a:moveTo>
                  <a:pt x="0" y="0"/>
                </a:moveTo>
                <a:lnTo>
                  <a:pt x="343157" y="0"/>
                </a:lnTo>
                <a:lnTo>
                  <a:pt x="343157" y="287398"/>
                </a:lnTo>
                <a:lnTo>
                  <a:pt x="0" y="287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" t="0" r="-1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10809513" y="7571933"/>
            <a:ext cx="4761338" cy="360245"/>
            <a:chOff x="0" y="0"/>
            <a:chExt cx="6348451" cy="48032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348450" cy="480328"/>
            </a:xfrm>
            <a:custGeom>
              <a:avLst/>
              <a:gdLst/>
              <a:ahLst/>
              <a:cxnLst/>
              <a:rect r="r" b="b" t="t" l="l"/>
              <a:pathLst>
                <a:path h="480328" w="6348450">
                  <a:moveTo>
                    <a:pt x="0" y="0"/>
                  </a:moveTo>
                  <a:lnTo>
                    <a:pt x="6348450" y="0"/>
                  </a:lnTo>
                  <a:lnTo>
                    <a:pt x="6348450" y="480328"/>
                  </a:lnTo>
                  <a:lnTo>
                    <a:pt x="0" y="4803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76200"/>
              <a:ext cx="6348451" cy="556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Ready for Immediate Deployment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809513" y="7972297"/>
            <a:ext cx="4761338" cy="263742"/>
            <a:chOff x="0" y="0"/>
            <a:chExt cx="6348451" cy="35165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348450" cy="351652"/>
            </a:xfrm>
            <a:custGeom>
              <a:avLst/>
              <a:gdLst/>
              <a:ahLst/>
              <a:cxnLst/>
              <a:rect r="r" b="b" t="t" l="l"/>
              <a:pathLst>
                <a:path h="351652" w="6348450">
                  <a:moveTo>
                    <a:pt x="0" y="0"/>
                  </a:moveTo>
                  <a:lnTo>
                    <a:pt x="6348450" y="0"/>
                  </a:lnTo>
                  <a:lnTo>
                    <a:pt x="6348450" y="351652"/>
                  </a:lnTo>
                  <a:lnTo>
                    <a:pt x="0" y="351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6348451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Bangladesh MFS Sector • Production-Tested • Air-Gapped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-5400000">
            <a:off x="127721" y="3818696"/>
            <a:ext cx="1315479" cy="198272"/>
            <a:chOff x="0" y="0"/>
            <a:chExt cx="1753972" cy="26436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53997" cy="264414"/>
            </a:xfrm>
            <a:custGeom>
              <a:avLst/>
              <a:gdLst/>
              <a:ahLst/>
              <a:cxnLst/>
              <a:rect r="r" b="b" t="t" l="l"/>
              <a:pathLst>
                <a:path h="264414" w="1753997">
                  <a:moveTo>
                    <a:pt x="132207" y="0"/>
                  </a:moveTo>
                  <a:lnTo>
                    <a:pt x="1621790" y="0"/>
                  </a:lnTo>
                  <a:cubicBezTo>
                    <a:pt x="1694815" y="0"/>
                    <a:pt x="1753997" y="59182"/>
                    <a:pt x="1753997" y="132207"/>
                  </a:cubicBezTo>
                  <a:lnTo>
                    <a:pt x="1753997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176339" y="5548675"/>
            <a:ext cx="3031246" cy="414661"/>
            <a:chOff x="0" y="0"/>
            <a:chExt cx="4041661" cy="55288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041656" cy="552882"/>
            </a:xfrm>
            <a:custGeom>
              <a:avLst/>
              <a:gdLst/>
              <a:ahLst/>
              <a:cxnLst/>
              <a:rect r="r" b="b" t="t" l="l"/>
              <a:pathLst>
                <a:path h="552882" w="4041656">
                  <a:moveTo>
                    <a:pt x="0" y="0"/>
                  </a:moveTo>
                  <a:lnTo>
                    <a:pt x="4041656" y="0"/>
                  </a:lnTo>
                  <a:lnTo>
                    <a:pt x="4041656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4041661" cy="562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37"/>
                </a:lnSpc>
              </a:pPr>
              <a:r>
                <a:rPr lang="en-US" sz="10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AI+ Policy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57562"/>
            <a:ext cx="18301840" cy="857917"/>
            <a:chOff x="0" y="0"/>
            <a:chExt cx="24402453" cy="11438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55" cy="1143894"/>
            </a:xfrm>
            <a:custGeom>
              <a:avLst/>
              <a:gdLst/>
              <a:ahLst/>
              <a:cxnLst/>
              <a:rect r="r" b="b" t="t" l="l"/>
              <a:pathLst>
                <a:path h="1143894" w="24402455">
                  <a:moveTo>
                    <a:pt x="0" y="0"/>
                  </a:moveTo>
                  <a:lnTo>
                    <a:pt x="24402455" y="0"/>
                  </a:lnTo>
                  <a:lnTo>
                    <a:pt x="24402455" y="1143894"/>
                  </a:lnTo>
                  <a:lnTo>
                    <a:pt x="0" y="11438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4402453" cy="1086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54"/>
                </a:lnSpc>
              </a:pPr>
              <a:r>
                <a:rPr lang="en-US" sz="538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CLOVER CREW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487062"/>
            <a:ext cx="18301840" cy="400364"/>
            <a:chOff x="0" y="0"/>
            <a:chExt cx="24402453" cy="5338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02455" cy="533815"/>
            </a:xfrm>
            <a:custGeom>
              <a:avLst/>
              <a:gdLst/>
              <a:ahLst/>
              <a:cxnLst/>
              <a:rect r="r" b="b" t="t" l="l"/>
              <a:pathLst>
                <a:path h="533815" w="24402455">
                  <a:moveTo>
                    <a:pt x="0" y="0"/>
                  </a:moveTo>
                  <a:lnTo>
                    <a:pt x="24402455" y="0"/>
                  </a:lnTo>
                  <a:lnTo>
                    <a:pt x="24402455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4402453" cy="590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795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RAJSHAHI • BANGLADESH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0123" y="2338788"/>
            <a:ext cx="5460054" cy="2057105"/>
            <a:chOff x="0" y="0"/>
            <a:chExt cx="7280072" cy="27428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255" y="8255"/>
              <a:ext cx="7263511" cy="2726309"/>
            </a:xfrm>
            <a:custGeom>
              <a:avLst/>
              <a:gdLst/>
              <a:ahLst/>
              <a:cxnLst/>
              <a:rect r="r" b="b" t="t" l="l"/>
              <a:pathLst>
                <a:path h="2726309" w="7263511">
                  <a:moveTo>
                    <a:pt x="0" y="0"/>
                  </a:moveTo>
                  <a:lnTo>
                    <a:pt x="7263511" y="0"/>
                  </a:lnTo>
                  <a:lnTo>
                    <a:pt x="7263511" y="2726309"/>
                  </a:lnTo>
                  <a:lnTo>
                    <a:pt x="0" y="2726309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80022" cy="2742819"/>
            </a:xfrm>
            <a:custGeom>
              <a:avLst/>
              <a:gdLst/>
              <a:ahLst/>
              <a:cxnLst/>
              <a:rect r="r" b="b" t="t" l="l"/>
              <a:pathLst>
                <a:path h="2742819" w="7280022">
                  <a:moveTo>
                    <a:pt x="8255" y="0"/>
                  </a:moveTo>
                  <a:lnTo>
                    <a:pt x="7271766" y="0"/>
                  </a:lnTo>
                  <a:cubicBezTo>
                    <a:pt x="7276338" y="0"/>
                    <a:pt x="7280022" y="3683"/>
                    <a:pt x="7280022" y="8255"/>
                  </a:cubicBezTo>
                  <a:lnTo>
                    <a:pt x="7280022" y="2734564"/>
                  </a:lnTo>
                  <a:cubicBezTo>
                    <a:pt x="7280022" y="2739136"/>
                    <a:pt x="7276338" y="2742819"/>
                    <a:pt x="7271766" y="2742819"/>
                  </a:cubicBezTo>
                  <a:lnTo>
                    <a:pt x="8255" y="2742819"/>
                  </a:lnTo>
                  <a:cubicBezTo>
                    <a:pt x="3683" y="2742819"/>
                    <a:pt x="0" y="2739136"/>
                    <a:pt x="0" y="2734564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734564"/>
                  </a:lnTo>
                  <a:lnTo>
                    <a:pt x="8255" y="2734564"/>
                  </a:lnTo>
                  <a:lnTo>
                    <a:pt x="8255" y="2726309"/>
                  </a:lnTo>
                  <a:lnTo>
                    <a:pt x="7271766" y="2726309"/>
                  </a:lnTo>
                  <a:lnTo>
                    <a:pt x="7271766" y="2734564"/>
                  </a:lnTo>
                  <a:lnTo>
                    <a:pt x="7263511" y="2734564"/>
                  </a:lnTo>
                  <a:lnTo>
                    <a:pt x="7263511" y="8255"/>
                  </a:lnTo>
                  <a:lnTo>
                    <a:pt x="7271766" y="8255"/>
                  </a:lnTo>
                  <a:lnTo>
                    <a:pt x="727176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1" id="11" descr="image.png"/>
          <p:cNvSpPr/>
          <p:nvPr/>
        </p:nvSpPr>
        <p:spPr>
          <a:xfrm flipH="false" flipV="false" rot="0">
            <a:off x="3245720" y="2741057"/>
            <a:ext cx="343157" cy="265957"/>
          </a:xfrm>
          <a:custGeom>
            <a:avLst/>
            <a:gdLst/>
            <a:ahLst/>
            <a:cxnLst/>
            <a:rect r="r" b="b" t="t" l="l"/>
            <a:pathLst>
              <a:path h="265957" w="343157">
                <a:moveTo>
                  <a:pt x="0" y="0"/>
                </a:moveTo>
                <a:lnTo>
                  <a:pt x="343157" y="0"/>
                </a:lnTo>
                <a:lnTo>
                  <a:pt x="343157" y="265957"/>
                </a:lnTo>
                <a:lnTo>
                  <a:pt x="0" y="26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43778" y="3217202"/>
            <a:ext cx="4732744" cy="414661"/>
            <a:chOff x="0" y="0"/>
            <a:chExt cx="6310325" cy="552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0322" cy="552882"/>
            </a:xfrm>
            <a:custGeom>
              <a:avLst/>
              <a:gdLst/>
              <a:ahLst/>
              <a:cxnLst/>
              <a:rect r="r" b="b" t="t" l="l"/>
              <a:pathLst>
                <a:path h="552882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310325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XGBoost + SHAP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3778" y="3746249"/>
            <a:ext cx="4732744" cy="285969"/>
            <a:chOff x="0" y="0"/>
            <a:chExt cx="6310325" cy="3812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10322" cy="381296"/>
            </a:xfrm>
            <a:custGeom>
              <a:avLst/>
              <a:gdLst/>
              <a:ahLst/>
              <a:cxnLst/>
              <a:rect r="r" b="b" t="t" l="l"/>
              <a:pathLst>
                <a:path h="381296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310325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Explainable AI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13744" y="2338788"/>
            <a:ext cx="5460054" cy="2057105"/>
            <a:chOff x="0" y="0"/>
            <a:chExt cx="7280072" cy="2742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255" y="8255"/>
              <a:ext cx="7263511" cy="2726309"/>
            </a:xfrm>
            <a:custGeom>
              <a:avLst/>
              <a:gdLst/>
              <a:ahLst/>
              <a:cxnLst/>
              <a:rect r="r" b="b" t="t" l="l"/>
              <a:pathLst>
                <a:path h="2726309" w="7263511">
                  <a:moveTo>
                    <a:pt x="0" y="0"/>
                  </a:moveTo>
                  <a:lnTo>
                    <a:pt x="7263511" y="0"/>
                  </a:lnTo>
                  <a:lnTo>
                    <a:pt x="7263511" y="2726309"/>
                  </a:lnTo>
                  <a:lnTo>
                    <a:pt x="0" y="2726309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80022" cy="2742819"/>
            </a:xfrm>
            <a:custGeom>
              <a:avLst/>
              <a:gdLst/>
              <a:ahLst/>
              <a:cxnLst/>
              <a:rect r="r" b="b" t="t" l="l"/>
              <a:pathLst>
                <a:path h="2742819" w="7280022">
                  <a:moveTo>
                    <a:pt x="8255" y="0"/>
                  </a:moveTo>
                  <a:lnTo>
                    <a:pt x="7271766" y="0"/>
                  </a:lnTo>
                  <a:cubicBezTo>
                    <a:pt x="7276338" y="0"/>
                    <a:pt x="7280022" y="3683"/>
                    <a:pt x="7280022" y="8255"/>
                  </a:cubicBezTo>
                  <a:lnTo>
                    <a:pt x="7280022" y="2734564"/>
                  </a:lnTo>
                  <a:cubicBezTo>
                    <a:pt x="7280022" y="2739136"/>
                    <a:pt x="7276338" y="2742819"/>
                    <a:pt x="7271766" y="2742819"/>
                  </a:cubicBezTo>
                  <a:lnTo>
                    <a:pt x="8255" y="2742819"/>
                  </a:lnTo>
                  <a:cubicBezTo>
                    <a:pt x="3683" y="2742819"/>
                    <a:pt x="0" y="2739136"/>
                    <a:pt x="0" y="2734564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734564"/>
                  </a:lnTo>
                  <a:lnTo>
                    <a:pt x="8255" y="2734564"/>
                  </a:lnTo>
                  <a:lnTo>
                    <a:pt x="8255" y="2726309"/>
                  </a:lnTo>
                  <a:lnTo>
                    <a:pt x="7271766" y="2726309"/>
                  </a:lnTo>
                  <a:lnTo>
                    <a:pt x="7271766" y="2734564"/>
                  </a:lnTo>
                  <a:lnTo>
                    <a:pt x="7263511" y="2734564"/>
                  </a:lnTo>
                  <a:lnTo>
                    <a:pt x="7263511" y="8255"/>
                  </a:lnTo>
                  <a:lnTo>
                    <a:pt x="7271766" y="8255"/>
                  </a:lnTo>
                  <a:lnTo>
                    <a:pt x="727176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image.png"/>
          <p:cNvSpPr/>
          <p:nvPr/>
        </p:nvSpPr>
        <p:spPr>
          <a:xfrm flipH="false" flipV="false" rot="0">
            <a:off x="8979341" y="2706738"/>
            <a:ext cx="343157" cy="334585"/>
          </a:xfrm>
          <a:custGeom>
            <a:avLst/>
            <a:gdLst/>
            <a:ahLst/>
            <a:cxnLst/>
            <a:rect r="r" b="b" t="t" l="l"/>
            <a:pathLst>
              <a:path h="334585" w="343157">
                <a:moveTo>
                  <a:pt x="0" y="0"/>
                </a:moveTo>
                <a:lnTo>
                  <a:pt x="343157" y="0"/>
                </a:lnTo>
                <a:lnTo>
                  <a:pt x="343157" y="334585"/>
                </a:lnTo>
                <a:lnTo>
                  <a:pt x="0" y="334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0" r="-1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777399" y="3217202"/>
            <a:ext cx="4732744" cy="414661"/>
            <a:chOff x="0" y="0"/>
            <a:chExt cx="6310325" cy="5528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10322" cy="552882"/>
            </a:xfrm>
            <a:custGeom>
              <a:avLst/>
              <a:gdLst/>
              <a:ahLst/>
              <a:cxnLst/>
              <a:rect r="r" b="b" t="t" l="l"/>
              <a:pathLst>
                <a:path h="552882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310325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Graph Neural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77399" y="3746249"/>
            <a:ext cx="4732744" cy="285969"/>
            <a:chOff x="0" y="0"/>
            <a:chExt cx="6310325" cy="3812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10322" cy="381296"/>
            </a:xfrm>
            <a:custGeom>
              <a:avLst/>
              <a:gdLst/>
              <a:ahLst/>
              <a:cxnLst/>
              <a:rect r="r" b="b" t="t" l="l"/>
              <a:pathLst>
                <a:path h="381296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310325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Network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61672" y="2338788"/>
            <a:ext cx="5460054" cy="2057105"/>
            <a:chOff x="0" y="0"/>
            <a:chExt cx="7280072" cy="27428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255" y="8255"/>
              <a:ext cx="7263511" cy="2726309"/>
            </a:xfrm>
            <a:custGeom>
              <a:avLst/>
              <a:gdLst/>
              <a:ahLst/>
              <a:cxnLst/>
              <a:rect r="r" b="b" t="t" l="l"/>
              <a:pathLst>
                <a:path h="2726309" w="7263511">
                  <a:moveTo>
                    <a:pt x="0" y="0"/>
                  </a:moveTo>
                  <a:lnTo>
                    <a:pt x="7263511" y="0"/>
                  </a:lnTo>
                  <a:lnTo>
                    <a:pt x="7263511" y="2726309"/>
                  </a:lnTo>
                  <a:lnTo>
                    <a:pt x="0" y="2726309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80022" cy="2742819"/>
            </a:xfrm>
            <a:custGeom>
              <a:avLst/>
              <a:gdLst/>
              <a:ahLst/>
              <a:cxnLst/>
              <a:rect r="r" b="b" t="t" l="l"/>
              <a:pathLst>
                <a:path h="2742819" w="7280022">
                  <a:moveTo>
                    <a:pt x="8255" y="0"/>
                  </a:moveTo>
                  <a:lnTo>
                    <a:pt x="7271766" y="0"/>
                  </a:lnTo>
                  <a:cubicBezTo>
                    <a:pt x="7276338" y="0"/>
                    <a:pt x="7280022" y="3683"/>
                    <a:pt x="7280022" y="8255"/>
                  </a:cubicBezTo>
                  <a:lnTo>
                    <a:pt x="7280022" y="2734564"/>
                  </a:lnTo>
                  <a:cubicBezTo>
                    <a:pt x="7280022" y="2739136"/>
                    <a:pt x="7276338" y="2742819"/>
                    <a:pt x="7271766" y="2742819"/>
                  </a:cubicBezTo>
                  <a:lnTo>
                    <a:pt x="8255" y="2742819"/>
                  </a:lnTo>
                  <a:cubicBezTo>
                    <a:pt x="3683" y="2742819"/>
                    <a:pt x="0" y="2739136"/>
                    <a:pt x="0" y="2734564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734564"/>
                  </a:lnTo>
                  <a:lnTo>
                    <a:pt x="8255" y="2734564"/>
                  </a:lnTo>
                  <a:lnTo>
                    <a:pt x="8255" y="2726309"/>
                  </a:lnTo>
                  <a:lnTo>
                    <a:pt x="7271766" y="2726309"/>
                  </a:lnTo>
                  <a:lnTo>
                    <a:pt x="7271766" y="2734564"/>
                  </a:lnTo>
                  <a:lnTo>
                    <a:pt x="7263511" y="2734564"/>
                  </a:lnTo>
                  <a:lnTo>
                    <a:pt x="7263511" y="8255"/>
                  </a:lnTo>
                  <a:lnTo>
                    <a:pt x="7271766" y="8255"/>
                  </a:lnTo>
                  <a:lnTo>
                    <a:pt x="727176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1" id="31" descr="image.png"/>
          <p:cNvSpPr/>
          <p:nvPr/>
        </p:nvSpPr>
        <p:spPr>
          <a:xfrm flipH="false" flipV="false" rot="0">
            <a:off x="14712963" y="2741057"/>
            <a:ext cx="343157" cy="265957"/>
          </a:xfrm>
          <a:custGeom>
            <a:avLst/>
            <a:gdLst/>
            <a:ahLst/>
            <a:cxnLst/>
            <a:rect r="r" b="b" t="t" l="l"/>
            <a:pathLst>
              <a:path h="265957" w="343157">
                <a:moveTo>
                  <a:pt x="0" y="0"/>
                </a:moveTo>
                <a:lnTo>
                  <a:pt x="343157" y="0"/>
                </a:lnTo>
                <a:lnTo>
                  <a:pt x="343157" y="265957"/>
                </a:lnTo>
                <a:lnTo>
                  <a:pt x="0" y="265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525318" y="3217202"/>
            <a:ext cx="4732744" cy="414661"/>
            <a:chOff x="0" y="0"/>
            <a:chExt cx="6310325" cy="5528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10322" cy="552882"/>
            </a:xfrm>
            <a:custGeom>
              <a:avLst/>
              <a:gdLst/>
              <a:ahLst/>
              <a:cxnLst/>
              <a:rect r="r" b="b" t="t" l="l"/>
              <a:pathLst>
                <a:path h="552882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310325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Docker + FastAPI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525318" y="3746249"/>
            <a:ext cx="4732744" cy="285969"/>
            <a:chOff x="0" y="0"/>
            <a:chExt cx="6310325" cy="3812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10322" cy="381296"/>
            </a:xfrm>
            <a:custGeom>
              <a:avLst/>
              <a:gdLst/>
              <a:ahLst/>
              <a:cxnLst/>
              <a:rect r="r" b="b" t="t" l="l"/>
              <a:pathLst>
                <a:path h="381296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310325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Enterprise Stack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0123" y="4669469"/>
            <a:ext cx="5460054" cy="3458375"/>
            <a:chOff x="0" y="0"/>
            <a:chExt cx="7280072" cy="46111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255" y="8255"/>
              <a:ext cx="7263511" cy="4594606"/>
            </a:xfrm>
            <a:custGeom>
              <a:avLst/>
              <a:gdLst/>
              <a:ahLst/>
              <a:cxnLst/>
              <a:rect r="r" b="b" t="t" l="l"/>
              <a:pathLst>
                <a:path h="4594606" w="7263511">
                  <a:moveTo>
                    <a:pt x="0" y="0"/>
                  </a:moveTo>
                  <a:lnTo>
                    <a:pt x="7263511" y="0"/>
                  </a:lnTo>
                  <a:lnTo>
                    <a:pt x="7263511" y="4594606"/>
                  </a:lnTo>
                  <a:lnTo>
                    <a:pt x="0" y="459460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80022" cy="4611116"/>
            </a:xfrm>
            <a:custGeom>
              <a:avLst/>
              <a:gdLst/>
              <a:ahLst/>
              <a:cxnLst/>
              <a:rect r="r" b="b" t="t" l="l"/>
              <a:pathLst>
                <a:path h="4611116" w="7280022">
                  <a:moveTo>
                    <a:pt x="8255" y="0"/>
                  </a:moveTo>
                  <a:lnTo>
                    <a:pt x="7271766" y="0"/>
                  </a:lnTo>
                  <a:cubicBezTo>
                    <a:pt x="7276338" y="0"/>
                    <a:pt x="7280022" y="3683"/>
                    <a:pt x="7280022" y="8255"/>
                  </a:cubicBezTo>
                  <a:lnTo>
                    <a:pt x="7280022" y="4602861"/>
                  </a:lnTo>
                  <a:cubicBezTo>
                    <a:pt x="7280022" y="4607433"/>
                    <a:pt x="7276338" y="4611116"/>
                    <a:pt x="7271766" y="4611116"/>
                  </a:cubicBezTo>
                  <a:lnTo>
                    <a:pt x="8255" y="4611116"/>
                  </a:lnTo>
                  <a:cubicBezTo>
                    <a:pt x="3683" y="4611116"/>
                    <a:pt x="0" y="4607433"/>
                    <a:pt x="0" y="4602861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4602861"/>
                  </a:lnTo>
                  <a:lnTo>
                    <a:pt x="8255" y="4602861"/>
                  </a:lnTo>
                  <a:lnTo>
                    <a:pt x="8255" y="4594606"/>
                  </a:lnTo>
                  <a:lnTo>
                    <a:pt x="7271766" y="4594606"/>
                  </a:lnTo>
                  <a:lnTo>
                    <a:pt x="7271766" y="4602861"/>
                  </a:lnTo>
                  <a:lnTo>
                    <a:pt x="7263511" y="4602861"/>
                  </a:lnTo>
                  <a:lnTo>
                    <a:pt x="7263511" y="8255"/>
                  </a:lnTo>
                  <a:lnTo>
                    <a:pt x="7271766" y="8255"/>
                  </a:lnTo>
                  <a:lnTo>
                    <a:pt x="727176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1" id="41" descr="image.png"/>
          <p:cNvSpPr/>
          <p:nvPr/>
        </p:nvSpPr>
        <p:spPr>
          <a:xfrm flipH="false" flipV="false" rot="0">
            <a:off x="3245720" y="5041716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043778" y="5547884"/>
            <a:ext cx="4732744" cy="414661"/>
            <a:chOff x="0" y="0"/>
            <a:chExt cx="6310325" cy="55288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10322" cy="552882"/>
            </a:xfrm>
            <a:custGeom>
              <a:avLst/>
              <a:gdLst/>
              <a:ahLst/>
              <a:cxnLst/>
              <a:rect r="r" b="b" t="t" l="l"/>
              <a:pathLst>
                <a:path h="552882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310325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Financial Crime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3778" y="6076931"/>
            <a:ext cx="4732744" cy="285969"/>
            <a:chOff x="0" y="0"/>
            <a:chExt cx="6310325" cy="3812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10322" cy="381296"/>
            </a:xfrm>
            <a:custGeom>
              <a:avLst/>
              <a:gdLst/>
              <a:ahLst/>
              <a:cxnLst/>
              <a:rect r="r" b="b" t="t" l="l"/>
              <a:pathLst>
                <a:path h="381296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310325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Domain Knowledge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413744" y="4669469"/>
            <a:ext cx="5460054" cy="3458375"/>
            <a:chOff x="0" y="0"/>
            <a:chExt cx="7280072" cy="461116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8255" y="8255"/>
              <a:ext cx="7263511" cy="4594606"/>
            </a:xfrm>
            <a:custGeom>
              <a:avLst/>
              <a:gdLst/>
              <a:ahLst/>
              <a:cxnLst/>
              <a:rect r="r" b="b" t="t" l="l"/>
              <a:pathLst>
                <a:path h="4594606" w="7263511">
                  <a:moveTo>
                    <a:pt x="0" y="0"/>
                  </a:moveTo>
                  <a:lnTo>
                    <a:pt x="7263511" y="0"/>
                  </a:lnTo>
                  <a:lnTo>
                    <a:pt x="7263511" y="4594606"/>
                  </a:lnTo>
                  <a:lnTo>
                    <a:pt x="0" y="459460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80022" cy="4611116"/>
            </a:xfrm>
            <a:custGeom>
              <a:avLst/>
              <a:gdLst/>
              <a:ahLst/>
              <a:cxnLst/>
              <a:rect r="r" b="b" t="t" l="l"/>
              <a:pathLst>
                <a:path h="4611116" w="7280022">
                  <a:moveTo>
                    <a:pt x="8255" y="0"/>
                  </a:moveTo>
                  <a:lnTo>
                    <a:pt x="7271766" y="0"/>
                  </a:lnTo>
                  <a:cubicBezTo>
                    <a:pt x="7276338" y="0"/>
                    <a:pt x="7280022" y="3683"/>
                    <a:pt x="7280022" y="8255"/>
                  </a:cubicBezTo>
                  <a:lnTo>
                    <a:pt x="7280022" y="4602861"/>
                  </a:lnTo>
                  <a:cubicBezTo>
                    <a:pt x="7280022" y="4607433"/>
                    <a:pt x="7276338" y="4611116"/>
                    <a:pt x="7271766" y="4611116"/>
                  </a:cubicBezTo>
                  <a:lnTo>
                    <a:pt x="8255" y="4611116"/>
                  </a:lnTo>
                  <a:cubicBezTo>
                    <a:pt x="3683" y="4611116"/>
                    <a:pt x="0" y="4607433"/>
                    <a:pt x="0" y="4602861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4602861"/>
                  </a:lnTo>
                  <a:lnTo>
                    <a:pt x="8255" y="4602861"/>
                  </a:lnTo>
                  <a:lnTo>
                    <a:pt x="8255" y="4594606"/>
                  </a:lnTo>
                  <a:lnTo>
                    <a:pt x="7271766" y="4594606"/>
                  </a:lnTo>
                  <a:lnTo>
                    <a:pt x="7271766" y="4602861"/>
                  </a:lnTo>
                  <a:lnTo>
                    <a:pt x="7263511" y="4602861"/>
                  </a:lnTo>
                  <a:lnTo>
                    <a:pt x="7263511" y="8255"/>
                  </a:lnTo>
                  <a:lnTo>
                    <a:pt x="7271766" y="8255"/>
                  </a:lnTo>
                  <a:lnTo>
                    <a:pt x="727176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1" id="51" descr="image.png"/>
          <p:cNvSpPr/>
          <p:nvPr/>
        </p:nvSpPr>
        <p:spPr>
          <a:xfrm flipH="false" flipV="false" rot="0">
            <a:off x="8979341" y="5041716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6777399" y="5547884"/>
            <a:ext cx="4732744" cy="414661"/>
            <a:chOff x="0" y="0"/>
            <a:chExt cx="6310325" cy="5528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310322" cy="552882"/>
            </a:xfrm>
            <a:custGeom>
              <a:avLst/>
              <a:gdLst/>
              <a:ahLst/>
              <a:cxnLst/>
              <a:rect r="r" b="b" t="t" l="l"/>
              <a:pathLst>
                <a:path h="552882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6310325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Enterprise Security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77399" y="6076931"/>
            <a:ext cx="4732744" cy="285969"/>
            <a:chOff x="0" y="0"/>
            <a:chExt cx="6310325" cy="3812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10322" cy="381296"/>
            </a:xfrm>
            <a:custGeom>
              <a:avLst/>
              <a:gdLst/>
              <a:ahLst/>
              <a:cxnLst/>
              <a:rect r="r" b="b" t="t" l="l"/>
              <a:pathLst>
                <a:path h="381296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310325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Zero-Trust Architecture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150023" y="4669469"/>
            <a:ext cx="5460054" cy="3458375"/>
            <a:chOff x="0" y="0"/>
            <a:chExt cx="7280072" cy="461116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255" y="8255"/>
              <a:ext cx="7263511" cy="4594606"/>
            </a:xfrm>
            <a:custGeom>
              <a:avLst/>
              <a:gdLst/>
              <a:ahLst/>
              <a:cxnLst/>
              <a:rect r="r" b="b" t="t" l="l"/>
              <a:pathLst>
                <a:path h="4594606" w="7263511">
                  <a:moveTo>
                    <a:pt x="0" y="0"/>
                  </a:moveTo>
                  <a:lnTo>
                    <a:pt x="7263511" y="0"/>
                  </a:lnTo>
                  <a:lnTo>
                    <a:pt x="7263511" y="4594606"/>
                  </a:lnTo>
                  <a:lnTo>
                    <a:pt x="0" y="4594606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280022" cy="4611116"/>
            </a:xfrm>
            <a:custGeom>
              <a:avLst/>
              <a:gdLst/>
              <a:ahLst/>
              <a:cxnLst/>
              <a:rect r="r" b="b" t="t" l="l"/>
              <a:pathLst>
                <a:path h="4611116" w="7280022">
                  <a:moveTo>
                    <a:pt x="8255" y="0"/>
                  </a:moveTo>
                  <a:lnTo>
                    <a:pt x="7271766" y="0"/>
                  </a:lnTo>
                  <a:cubicBezTo>
                    <a:pt x="7276338" y="0"/>
                    <a:pt x="7280022" y="3683"/>
                    <a:pt x="7280022" y="8255"/>
                  </a:cubicBezTo>
                  <a:lnTo>
                    <a:pt x="7280022" y="4602861"/>
                  </a:lnTo>
                  <a:cubicBezTo>
                    <a:pt x="7280022" y="4607433"/>
                    <a:pt x="7276338" y="4611116"/>
                    <a:pt x="7271766" y="4611116"/>
                  </a:cubicBezTo>
                  <a:lnTo>
                    <a:pt x="8255" y="4611116"/>
                  </a:lnTo>
                  <a:cubicBezTo>
                    <a:pt x="3683" y="4611116"/>
                    <a:pt x="0" y="4607433"/>
                    <a:pt x="0" y="4602861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4602861"/>
                  </a:lnTo>
                  <a:lnTo>
                    <a:pt x="8255" y="4602861"/>
                  </a:lnTo>
                  <a:lnTo>
                    <a:pt x="8255" y="4594606"/>
                  </a:lnTo>
                  <a:lnTo>
                    <a:pt x="7271766" y="4594606"/>
                  </a:lnTo>
                  <a:lnTo>
                    <a:pt x="7271766" y="4602861"/>
                  </a:lnTo>
                  <a:lnTo>
                    <a:pt x="7263511" y="4602861"/>
                  </a:lnTo>
                  <a:lnTo>
                    <a:pt x="7263511" y="8255"/>
                  </a:lnTo>
                  <a:lnTo>
                    <a:pt x="7271766" y="8255"/>
                  </a:lnTo>
                  <a:lnTo>
                    <a:pt x="7271766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1" id="61" descr="image.png"/>
          <p:cNvSpPr/>
          <p:nvPr/>
        </p:nvSpPr>
        <p:spPr>
          <a:xfrm flipH="false" flipV="false" rot="0">
            <a:off x="14712963" y="5110343"/>
            <a:ext cx="343157" cy="188738"/>
          </a:xfrm>
          <a:custGeom>
            <a:avLst/>
            <a:gdLst/>
            <a:ahLst/>
            <a:cxnLst/>
            <a:rect r="r" b="b" t="t" l="l"/>
            <a:pathLst>
              <a:path h="188738" w="343157">
                <a:moveTo>
                  <a:pt x="0" y="0"/>
                </a:moveTo>
                <a:lnTo>
                  <a:pt x="343157" y="0"/>
                </a:lnTo>
                <a:lnTo>
                  <a:pt x="343157" y="188738"/>
                </a:lnTo>
                <a:lnTo>
                  <a:pt x="0" y="1887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2525318" y="5547884"/>
            <a:ext cx="4732744" cy="328870"/>
            <a:chOff x="0" y="0"/>
            <a:chExt cx="6310325" cy="43849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10322" cy="438491"/>
            </a:xfrm>
            <a:custGeom>
              <a:avLst/>
              <a:gdLst/>
              <a:ahLst/>
              <a:cxnLst/>
              <a:rect r="r" b="b" t="t" l="l"/>
              <a:pathLst>
                <a:path h="438491" w="6310322">
                  <a:moveTo>
                    <a:pt x="0" y="0"/>
                  </a:moveTo>
                  <a:lnTo>
                    <a:pt x="6310322" y="0"/>
                  </a:lnTo>
                  <a:lnTo>
                    <a:pt x="6310322" y="438491"/>
                  </a:lnTo>
                  <a:lnTo>
                    <a:pt x="0" y="4384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310325" cy="476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46"/>
                </a:lnSpc>
              </a:pPr>
              <a:r>
                <a:rPr lang="en-US" sz="152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Multi-Disciplinary Team</a:t>
              </a:r>
            </a:p>
          </p:txBody>
        </p:sp>
      </p:grpSp>
      <p:sp>
        <p:nvSpPr>
          <p:cNvPr name="Freeform 65" id="65" descr="image.png"/>
          <p:cNvSpPr/>
          <p:nvPr/>
        </p:nvSpPr>
        <p:spPr>
          <a:xfrm flipH="false" flipV="false" rot="0">
            <a:off x="12525318" y="6074073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982870" y="6076931"/>
            <a:ext cx="1401232" cy="285969"/>
            <a:chOff x="0" y="0"/>
            <a:chExt cx="1868310" cy="3812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68312" cy="381296"/>
            </a:xfrm>
            <a:custGeom>
              <a:avLst/>
              <a:gdLst/>
              <a:ahLst/>
              <a:cxnLst/>
              <a:rect r="r" b="b" t="t" l="l"/>
              <a:pathLst>
                <a:path h="381296" w="1868312">
                  <a:moveTo>
                    <a:pt x="0" y="0"/>
                  </a:moveTo>
                  <a:lnTo>
                    <a:pt x="1868312" y="0"/>
                  </a:lnTo>
                  <a:lnTo>
                    <a:pt x="186831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868310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D1D5DB"/>
                  </a:solidFill>
                  <a:latin typeface="Inter"/>
                  <a:ea typeface="Inter"/>
                  <a:cs typeface="Inter"/>
                  <a:sym typeface="Inter"/>
                </a:rPr>
                <a:t>Data Scientists</a:t>
              </a:r>
            </a:p>
          </p:txBody>
        </p:sp>
      </p:grpSp>
      <p:sp>
        <p:nvSpPr>
          <p:cNvPr name="Freeform 69" id="69" descr="image.png"/>
          <p:cNvSpPr/>
          <p:nvPr/>
        </p:nvSpPr>
        <p:spPr>
          <a:xfrm flipH="false" flipV="false" rot="0">
            <a:off x="12525318" y="6531635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2982870" y="6534493"/>
            <a:ext cx="1286847" cy="285969"/>
            <a:chOff x="0" y="0"/>
            <a:chExt cx="1715795" cy="3812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15796" cy="381296"/>
            </a:xfrm>
            <a:custGeom>
              <a:avLst/>
              <a:gdLst/>
              <a:ahLst/>
              <a:cxnLst/>
              <a:rect r="r" b="b" t="t" l="l"/>
              <a:pathLst>
                <a:path h="381296" w="1715796">
                  <a:moveTo>
                    <a:pt x="0" y="0"/>
                  </a:moveTo>
                  <a:lnTo>
                    <a:pt x="1715796" y="0"/>
                  </a:lnTo>
                  <a:lnTo>
                    <a:pt x="1715796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715795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D1D5DB"/>
                  </a:solidFill>
                  <a:latin typeface="Inter"/>
                  <a:ea typeface="Inter"/>
                  <a:cs typeface="Inter"/>
                  <a:sym typeface="Inter"/>
                </a:rPr>
                <a:t>ML Engineers</a:t>
              </a:r>
            </a:p>
          </p:txBody>
        </p:sp>
      </p:grpSp>
      <p:sp>
        <p:nvSpPr>
          <p:cNvPr name="Freeform 73" id="73" descr="image.png"/>
          <p:cNvSpPr/>
          <p:nvPr/>
        </p:nvSpPr>
        <p:spPr>
          <a:xfrm flipH="false" flipV="false" rot="0">
            <a:off x="12525318" y="6989188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2982870" y="6992045"/>
            <a:ext cx="1487024" cy="285969"/>
            <a:chOff x="0" y="0"/>
            <a:chExt cx="1982699" cy="3812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82699" cy="381296"/>
            </a:xfrm>
            <a:custGeom>
              <a:avLst/>
              <a:gdLst/>
              <a:ahLst/>
              <a:cxnLst/>
              <a:rect r="r" b="b" t="t" l="l"/>
              <a:pathLst>
                <a:path h="381296" w="1982699">
                  <a:moveTo>
                    <a:pt x="0" y="0"/>
                  </a:moveTo>
                  <a:lnTo>
                    <a:pt x="1982699" y="0"/>
                  </a:lnTo>
                  <a:lnTo>
                    <a:pt x="1982699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982699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D1D5DB"/>
                  </a:solidFill>
                  <a:latin typeface="Inter"/>
                  <a:ea typeface="Inter"/>
                  <a:cs typeface="Inter"/>
                  <a:sym typeface="Inter"/>
                </a:rPr>
                <a:t>Full-Stack Devs</a:t>
              </a:r>
            </a:p>
          </p:txBody>
        </p:sp>
      </p:grpSp>
      <p:sp>
        <p:nvSpPr>
          <p:cNvPr name="Freeform 77" id="77" descr="image.png"/>
          <p:cNvSpPr/>
          <p:nvPr/>
        </p:nvSpPr>
        <p:spPr>
          <a:xfrm flipH="false" flipV="false" rot="0">
            <a:off x="12525318" y="7446750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3"/>
                </a:lnTo>
                <a:lnTo>
                  <a:pt x="0" y="2916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2982870" y="7449607"/>
            <a:ext cx="1401232" cy="285969"/>
            <a:chOff x="0" y="0"/>
            <a:chExt cx="1868310" cy="3812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68312" cy="381296"/>
            </a:xfrm>
            <a:custGeom>
              <a:avLst/>
              <a:gdLst/>
              <a:ahLst/>
              <a:cxnLst/>
              <a:rect r="r" b="b" t="t" l="l"/>
              <a:pathLst>
                <a:path h="381296" w="1868312">
                  <a:moveTo>
                    <a:pt x="0" y="0"/>
                  </a:moveTo>
                  <a:lnTo>
                    <a:pt x="1868312" y="0"/>
                  </a:lnTo>
                  <a:lnTo>
                    <a:pt x="1868312" y="381296"/>
                  </a:lnTo>
                  <a:lnTo>
                    <a:pt x="0" y="381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868310" cy="41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>
                  <a:solidFill>
                    <a:srgbClr val="D1D5DB"/>
                  </a:solidFill>
                  <a:latin typeface="Inter"/>
                  <a:ea typeface="Inter"/>
                  <a:cs typeface="Inter"/>
                  <a:sym typeface="Inter"/>
                </a:rPr>
                <a:t>Fraud Analysts</a:t>
              </a:r>
            </a:p>
          </p:txBody>
        </p:sp>
      </p:grpSp>
      <p:sp>
        <p:nvSpPr>
          <p:cNvPr name="Freeform 81" id="81" descr="image.png"/>
          <p:cNvSpPr/>
          <p:nvPr/>
        </p:nvSpPr>
        <p:spPr>
          <a:xfrm flipH="false" flipV="false" rot="0">
            <a:off x="6548628" y="9418530"/>
            <a:ext cx="343157" cy="265957"/>
          </a:xfrm>
          <a:custGeom>
            <a:avLst/>
            <a:gdLst/>
            <a:ahLst/>
            <a:cxnLst/>
            <a:rect r="r" b="b" t="t" l="l"/>
            <a:pathLst>
              <a:path h="265957" w="343157">
                <a:moveTo>
                  <a:pt x="0" y="0"/>
                </a:moveTo>
                <a:lnTo>
                  <a:pt x="343157" y="0"/>
                </a:lnTo>
                <a:lnTo>
                  <a:pt x="343157" y="265957"/>
                </a:lnTo>
                <a:lnTo>
                  <a:pt x="0" y="2659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" t="0" r="-1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7120557" y="9379925"/>
            <a:ext cx="4689843" cy="343167"/>
            <a:chOff x="0" y="0"/>
            <a:chExt cx="6253124" cy="4575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253127" cy="457557"/>
            </a:xfrm>
            <a:custGeom>
              <a:avLst/>
              <a:gdLst/>
              <a:ahLst/>
              <a:cxnLst/>
              <a:rect r="r" b="b" t="t" l="l"/>
              <a:pathLst>
                <a:path h="457557" w="6253127">
                  <a:moveTo>
                    <a:pt x="0" y="0"/>
                  </a:moveTo>
                  <a:lnTo>
                    <a:pt x="6253127" y="0"/>
                  </a:lnTo>
                  <a:lnTo>
                    <a:pt x="6253127" y="457557"/>
                  </a:lnTo>
                  <a:lnTo>
                    <a:pt x="0" y="4575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6253124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National AI Build-a-thon 2026 (MXB2026)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0717" y="57198"/>
            <a:ext cx="10180396" cy="1029500"/>
            <a:chOff x="0" y="0"/>
            <a:chExt cx="13573862" cy="1372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73864" cy="1372672"/>
            </a:xfrm>
            <a:custGeom>
              <a:avLst/>
              <a:gdLst/>
              <a:ahLst/>
              <a:cxnLst/>
              <a:rect r="r" b="b" t="t" l="l"/>
              <a:pathLst>
                <a:path h="1372672" w="13573864">
                  <a:moveTo>
                    <a:pt x="0" y="0"/>
                  </a:moveTo>
                  <a:lnTo>
                    <a:pt x="13573864" y="0"/>
                  </a:lnTo>
                  <a:lnTo>
                    <a:pt x="13573864" y="1372672"/>
                  </a:lnTo>
                  <a:lnTo>
                    <a:pt x="0" y="13726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3573862" cy="1305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25"/>
                </a:lnSpc>
              </a:pPr>
              <a:r>
                <a:rPr lang="en-US" sz="6462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TOGETHER WE CAN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60717" y="1315479"/>
            <a:ext cx="10180396" cy="457562"/>
            <a:chOff x="0" y="0"/>
            <a:chExt cx="13573862" cy="6100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73864" cy="610077"/>
            </a:xfrm>
            <a:custGeom>
              <a:avLst/>
              <a:gdLst/>
              <a:ahLst/>
              <a:cxnLst/>
              <a:rect r="r" b="b" t="t" l="l"/>
              <a:pathLst>
                <a:path h="610077" w="13573864">
                  <a:moveTo>
                    <a:pt x="0" y="0"/>
                  </a:moveTo>
                  <a:lnTo>
                    <a:pt x="13573864" y="0"/>
                  </a:lnTo>
                  <a:lnTo>
                    <a:pt x="13573864" y="610077"/>
                  </a:lnTo>
                  <a:lnTo>
                    <a:pt x="0" y="610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573862" cy="6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 SOVEREIGN DEFENSE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7666" y="2453173"/>
            <a:ext cx="3801447" cy="1999907"/>
            <a:chOff x="0" y="0"/>
            <a:chExt cx="5068595" cy="2666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255" y="8255"/>
              <a:ext cx="5052060" cy="2649982"/>
            </a:xfrm>
            <a:custGeom>
              <a:avLst/>
              <a:gdLst/>
              <a:ahLst/>
              <a:cxnLst/>
              <a:rect r="r" b="b" t="t" l="l"/>
              <a:pathLst>
                <a:path h="2649982" w="5052060">
                  <a:moveTo>
                    <a:pt x="0" y="0"/>
                  </a:moveTo>
                  <a:lnTo>
                    <a:pt x="5052060" y="0"/>
                  </a:lnTo>
                  <a:lnTo>
                    <a:pt x="5052060" y="2649982"/>
                  </a:lnTo>
                  <a:lnTo>
                    <a:pt x="0" y="2649982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68570" cy="2666492"/>
            </a:xfrm>
            <a:custGeom>
              <a:avLst/>
              <a:gdLst/>
              <a:ahLst/>
              <a:cxnLst/>
              <a:rect r="r" b="b" t="t" l="l"/>
              <a:pathLst>
                <a:path h="2666492" w="5068570">
                  <a:moveTo>
                    <a:pt x="8255" y="0"/>
                  </a:moveTo>
                  <a:lnTo>
                    <a:pt x="5060315" y="0"/>
                  </a:lnTo>
                  <a:cubicBezTo>
                    <a:pt x="5064887" y="0"/>
                    <a:pt x="5068570" y="3683"/>
                    <a:pt x="5068570" y="8255"/>
                  </a:cubicBezTo>
                  <a:lnTo>
                    <a:pt x="5068570" y="2658237"/>
                  </a:lnTo>
                  <a:cubicBezTo>
                    <a:pt x="5068570" y="2662809"/>
                    <a:pt x="5064887" y="2666492"/>
                    <a:pt x="5060315" y="2666492"/>
                  </a:cubicBezTo>
                  <a:lnTo>
                    <a:pt x="8255" y="2666492"/>
                  </a:lnTo>
                  <a:cubicBezTo>
                    <a:pt x="3683" y="2666492"/>
                    <a:pt x="0" y="2662809"/>
                    <a:pt x="0" y="265823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658237"/>
                  </a:lnTo>
                  <a:lnTo>
                    <a:pt x="8255" y="2658237"/>
                  </a:lnTo>
                  <a:lnTo>
                    <a:pt x="8255" y="2649982"/>
                  </a:lnTo>
                  <a:lnTo>
                    <a:pt x="5060315" y="2649982"/>
                  </a:lnTo>
                  <a:lnTo>
                    <a:pt x="5060315" y="2658237"/>
                  </a:lnTo>
                  <a:lnTo>
                    <a:pt x="5052060" y="2658237"/>
                  </a:lnTo>
                  <a:lnTo>
                    <a:pt x="5052060" y="8255"/>
                  </a:lnTo>
                  <a:lnTo>
                    <a:pt x="5060315" y="8255"/>
                  </a:lnTo>
                  <a:lnTo>
                    <a:pt x="506031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1" id="11" descr="image.png"/>
          <p:cNvSpPr/>
          <p:nvPr/>
        </p:nvSpPr>
        <p:spPr>
          <a:xfrm flipH="false" flipV="false" rot="0">
            <a:off x="2859662" y="2825420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01321" y="3331588"/>
            <a:ext cx="3074137" cy="414661"/>
            <a:chOff x="0" y="0"/>
            <a:chExt cx="4098849" cy="552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98848" cy="552882"/>
            </a:xfrm>
            <a:custGeom>
              <a:avLst/>
              <a:gdLst/>
              <a:ahLst/>
              <a:cxnLst/>
              <a:rect r="r" b="b" t="t" l="l"/>
              <a:pathLst>
                <a:path h="552882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098849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100%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01321" y="3860644"/>
            <a:ext cx="3074137" cy="228781"/>
            <a:chOff x="0" y="0"/>
            <a:chExt cx="4098849" cy="3050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98848" cy="305038"/>
            </a:xfrm>
            <a:custGeom>
              <a:avLst/>
              <a:gdLst/>
              <a:ahLst/>
              <a:cxnLst/>
              <a:rect r="r" b="b" t="t" l="l"/>
              <a:pathLst>
                <a:path h="305038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098849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On-Premise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12690" y="2453173"/>
            <a:ext cx="3801447" cy="1999907"/>
            <a:chOff x="0" y="0"/>
            <a:chExt cx="5068595" cy="26665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255" y="8255"/>
              <a:ext cx="5052060" cy="2649982"/>
            </a:xfrm>
            <a:custGeom>
              <a:avLst/>
              <a:gdLst/>
              <a:ahLst/>
              <a:cxnLst/>
              <a:rect r="r" b="b" t="t" l="l"/>
              <a:pathLst>
                <a:path h="2649982" w="5052060">
                  <a:moveTo>
                    <a:pt x="0" y="0"/>
                  </a:moveTo>
                  <a:lnTo>
                    <a:pt x="5052060" y="0"/>
                  </a:lnTo>
                  <a:lnTo>
                    <a:pt x="5052060" y="2649982"/>
                  </a:lnTo>
                  <a:lnTo>
                    <a:pt x="0" y="2649982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68570" cy="2666492"/>
            </a:xfrm>
            <a:custGeom>
              <a:avLst/>
              <a:gdLst/>
              <a:ahLst/>
              <a:cxnLst/>
              <a:rect r="r" b="b" t="t" l="l"/>
              <a:pathLst>
                <a:path h="2666492" w="5068570">
                  <a:moveTo>
                    <a:pt x="8255" y="0"/>
                  </a:moveTo>
                  <a:lnTo>
                    <a:pt x="5060315" y="0"/>
                  </a:lnTo>
                  <a:cubicBezTo>
                    <a:pt x="5064887" y="0"/>
                    <a:pt x="5068570" y="3683"/>
                    <a:pt x="5068570" y="8255"/>
                  </a:cubicBezTo>
                  <a:lnTo>
                    <a:pt x="5068570" y="2658237"/>
                  </a:lnTo>
                  <a:cubicBezTo>
                    <a:pt x="5068570" y="2662809"/>
                    <a:pt x="5064887" y="2666492"/>
                    <a:pt x="5060315" y="2666492"/>
                  </a:cubicBezTo>
                  <a:lnTo>
                    <a:pt x="8255" y="2666492"/>
                  </a:lnTo>
                  <a:cubicBezTo>
                    <a:pt x="3683" y="2666492"/>
                    <a:pt x="0" y="2662809"/>
                    <a:pt x="0" y="265823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658237"/>
                  </a:lnTo>
                  <a:lnTo>
                    <a:pt x="8255" y="2658237"/>
                  </a:lnTo>
                  <a:lnTo>
                    <a:pt x="8255" y="2649982"/>
                  </a:lnTo>
                  <a:lnTo>
                    <a:pt x="5060315" y="2649982"/>
                  </a:lnTo>
                  <a:lnTo>
                    <a:pt x="5060315" y="2658237"/>
                  </a:lnTo>
                  <a:lnTo>
                    <a:pt x="5052060" y="2658237"/>
                  </a:lnTo>
                  <a:lnTo>
                    <a:pt x="5052060" y="8255"/>
                  </a:lnTo>
                  <a:lnTo>
                    <a:pt x="5060315" y="8255"/>
                  </a:lnTo>
                  <a:lnTo>
                    <a:pt x="506031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 descr="image.png"/>
          <p:cNvSpPr/>
          <p:nvPr/>
        </p:nvSpPr>
        <p:spPr>
          <a:xfrm flipH="false" flipV="false" rot="0">
            <a:off x="6948983" y="2842574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7" y="0"/>
                </a:lnTo>
                <a:lnTo>
                  <a:pt x="343157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0" r="-1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287704" y="2453173"/>
            <a:ext cx="3801447" cy="1999907"/>
            <a:chOff x="0" y="0"/>
            <a:chExt cx="5068595" cy="26665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255" y="8255"/>
              <a:ext cx="5052060" cy="2649982"/>
            </a:xfrm>
            <a:custGeom>
              <a:avLst/>
              <a:gdLst/>
              <a:ahLst/>
              <a:cxnLst/>
              <a:rect r="r" b="b" t="t" l="l"/>
              <a:pathLst>
                <a:path h="2649982" w="5052060">
                  <a:moveTo>
                    <a:pt x="0" y="0"/>
                  </a:moveTo>
                  <a:lnTo>
                    <a:pt x="5052060" y="0"/>
                  </a:lnTo>
                  <a:lnTo>
                    <a:pt x="5052060" y="2649982"/>
                  </a:lnTo>
                  <a:lnTo>
                    <a:pt x="0" y="2649982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68570" cy="2666492"/>
            </a:xfrm>
            <a:custGeom>
              <a:avLst/>
              <a:gdLst/>
              <a:ahLst/>
              <a:cxnLst/>
              <a:rect r="r" b="b" t="t" l="l"/>
              <a:pathLst>
                <a:path h="2666492" w="5068570">
                  <a:moveTo>
                    <a:pt x="8255" y="0"/>
                  </a:moveTo>
                  <a:lnTo>
                    <a:pt x="5060315" y="0"/>
                  </a:lnTo>
                  <a:cubicBezTo>
                    <a:pt x="5064887" y="0"/>
                    <a:pt x="5068570" y="3683"/>
                    <a:pt x="5068570" y="8255"/>
                  </a:cubicBezTo>
                  <a:lnTo>
                    <a:pt x="5068570" y="2658237"/>
                  </a:lnTo>
                  <a:cubicBezTo>
                    <a:pt x="5068570" y="2662809"/>
                    <a:pt x="5064887" y="2666492"/>
                    <a:pt x="5060315" y="2666492"/>
                  </a:cubicBezTo>
                  <a:lnTo>
                    <a:pt x="8255" y="2666492"/>
                  </a:lnTo>
                  <a:cubicBezTo>
                    <a:pt x="3683" y="2666492"/>
                    <a:pt x="0" y="2662809"/>
                    <a:pt x="0" y="265823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658237"/>
                  </a:lnTo>
                  <a:lnTo>
                    <a:pt x="8255" y="2658237"/>
                  </a:lnTo>
                  <a:lnTo>
                    <a:pt x="8255" y="2649982"/>
                  </a:lnTo>
                  <a:lnTo>
                    <a:pt x="5060315" y="2649982"/>
                  </a:lnTo>
                  <a:lnTo>
                    <a:pt x="5060315" y="2658237"/>
                  </a:lnTo>
                  <a:lnTo>
                    <a:pt x="5052060" y="2658237"/>
                  </a:lnTo>
                  <a:lnTo>
                    <a:pt x="5052060" y="8255"/>
                  </a:lnTo>
                  <a:lnTo>
                    <a:pt x="5060315" y="8255"/>
                  </a:lnTo>
                  <a:lnTo>
                    <a:pt x="506031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5" id="25" descr="image.png"/>
          <p:cNvSpPr/>
          <p:nvPr/>
        </p:nvSpPr>
        <p:spPr>
          <a:xfrm flipH="false" flipV="false" rot="0">
            <a:off x="11009700" y="2825420"/>
            <a:ext cx="343157" cy="326012"/>
          </a:xfrm>
          <a:custGeom>
            <a:avLst/>
            <a:gdLst/>
            <a:ahLst/>
            <a:cxnLst/>
            <a:rect r="r" b="b" t="t" l="l"/>
            <a:pathLst>
              <a:path h="326012" w="343157">
                <a:moveTo>
                  <a:pt x="0" y="0"/>
                </a:moveTo>
                <a:lnTo>
                  <a:pt x="343157" y="0"/>
                </a:lnTo>
                <a:lnTo>
                  <a:pt x="343157" y="326012"/>
                </a:lnTo>
                <a:lnTo>
                  <a:pt x="0" y="326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651359" y="3331588"/>
            <a:ext cx="3074137" cy="414661"/>
            <a:chOff x="0" y="0"/>
            <a:chExt cx="4098849" cy="5528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98848" cy="552882"/>
            </a:xfrm>
            <a:custGeom>
              <a:avLst/>
              <a:gdLst/>
              <a:ahLst/>
              <a:cxnLst/>
              <a:rect r="r" b="b" t="t" l="l"/>
              <a:pathLst>
                <a:path h="552882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098849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BD Laws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51359" y="3860644"/>
            <a:ext cx="3074137" cy="228781"/>
            <a:chOff x="0" y="0"/>
            <a:chExt cx="4098849" cy="3050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98848" cy="305038"/>
            </a:xfrm>
            <a:custGeom>
              <a:avLst/>
              <a:gdLst/>
              <a:ahLst/>
              <a:cxnLst/>
              <a:rect r="r" b="b" t="t" l="l"/>
              <a:pathLst>
                <a:path h="305038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098849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Compliant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62727" y="2453173"/>
            <a:ext cx="3801447" cy="1999907"/>
            <a:chOff x="0" y="0"/>
            <a:chExt cx="5068595" cy="26665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255" y="8255"/>
              <a:ext cx="5052060" cy="2649982"/>
            </a:xfrm>
            <a:custGeom>
              <a:avLst/>
              <a:gdLst/>
              <a:ahLst/>
              <a:cxnLst/>
              <a:rect r="r" b="b" t="t" l="l"/>
              <a:pathLst>
                <a:path h="2649982" w="5052060">
                  <a:moveTo>
                    <a:pt x="0" y="0"/>
                  </a:moveTo>
                  <a:lnTo>
                    <a:pt x="5052060" y="0"/>
                  </a:lnTo>
                  <a:lnTo>
                    <a:pt x="5052060" y="2649982"/>
                  </a:lnTo>
                  <a:lnTo>
                    <a:pt x="0" y="2649982"/>
                  </a:lnTo>
                  <a:close/>
                </a:path>
              </a:pathLst>
            </a:custGeom>
            <a:solidFill>
              <a:srgbClr val="0D111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68570" cy="2666492"/>
            </a:xfrm>
            <a:custGeom>
              <a:avLst/>
              <a:gdLst/>
              <a:ahLst/>
              <a:cxnLst/>
              <a:rect r="r" b="b" t="t" l="l"/>
              <a:pathLst>
                <a:path h="2666492" w="5068570">
                  <a:moveTo>
                    <a:pt x="8255" y="0"/>
                  </a:moveTo>
                  <a:lnTo>
                    <a:pt x="5060315" y="0"/>
                  </a:lnTo>
                  <a:cubicBezTo>
                    <a:pt x="5064887" y="0"/>
                    <a:pt x="5068570" y="3683"/>
                    <a:pt x="5068570" y="8255"/>
                  </a:cubicBezTo>
                  <a:lnTo>
                    <a:pt x="5068570" y="2658237"/>
                  </a:lnTo>
                  <a:cubicBezTo>
                    <a:pt x="5068570" y="2662809"/>
                    <a:pt x="5064887" y="2666492"/>
                    <a:pt x="5060315" y="2666492"/>
                  </a:cubicBezTo>
                  <a:lnTo>
                    <a:pt x="8255" y="2666492"/>
                  </a:lnTo>
                  <a:cubicBezTo>
                    <a:pt x="3683" y="2666492"/>
                    <a:pt x="0" y="2662809"/>
                    <a:pt x="0" y="2658237"/>
                  </a:cubicBezTo>
                  <a:lnTo>
                    <a:pt x="0" y="8255"/>
                  </a:lnTo>
                  <a:cubicBezTo>
                    <a:pt x="0" y="3683"/>
                    <a:pt x="3683" y="0"/>
                    <a:pt x="8255" y="0"/>
                  </a:cubicBezTo>
                  <a:moveTo>
                    <a:pt x="8255" y="16510"/>
                  </a:moveTo>
                  <a:lnTo>
                    <a:pt x="8255" y="8255"/>
                  </a:lnTo>
                  <a:lnTo>
                    <a:pt x="16510" y="8255"/>
                  </a:lnTo>
                  <a:lnTo>
                    <a:pt x="16510" y="2658237"/>
                  </a:lnTo>
                  <a:lnTo>
                    <a:pt x="8255" y="2658237"/>
                  </a:lnTo>
                  <a:lnTo>
                    <a:pt x="8255" y="2649982"/>
                  </a:lnTo>
                  <a:lnTo>
                    <a:pt x="5060315" y="2649982"/>
                  </a:lnTo>
                  <a:lnTo>
                    <a:pt x="5060315" y="2658237"/>
                  </a:lnTo>
                  <a:lnTo>
                    <a:pt x="5052060" y="2658237"/>
                  </a:lnTo>
                  <a:lnTo>
                    <a:pt x="5052060" y="8255"/>
                  </a:lnTo>
                  <a:lnTo>
                    <a:pt x="5060315" y="8255"/>
                  </a:lnTo>
                  <a:lnTo>
                    <a:pt x="5060315" y="16510"/>
                  </a:lnTo>
                  <a:lnTo>
                    <a:pt x="8255" y="16510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5" id="35" descr="image.png"/>
          <p:cNvSpPr/>
          <p:nvPr/>
        </p:nvSpPr>
        <p:spPr>
          <a:xfrm flipH="false" flipV="false" rot="0">
            <a:off x="15099020" y="2833992"/>
            <a:ext cx="343157" cy="308848"/>
          </a:xfrm>
          <a:custGeom>
            <a:avLst/>
            <a:gdLst/>
            <a:ahLst/>
            <a:cxnLst/>
            <a:rect r="r" b="b" t="t" l="l"/>
            <a:pathLst>
              <a:path h="308848" w="343157">
                <a:moveTo>
                  <a:pt x="0" y="0"/>
                </a:moveTo>
                <a:lnTo>
                  <a:pt x="343158" y="0"/>
                </a:lnTo>
                <a:lnTo>
                  <a:pt x="343158" y="308848"/>
                </a:lnTo>
                <a:lnTo>
                  <a:pt x="0" y="308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3726382" y="3331588"/>
            <a:ext cx="3074137" cy="414661"/>
            <a:chOff x="0" y="0"/>
            <a:chExt cx="4098849" cy="55288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98848" cy="552882"/>
            </a:xfrm>
            <a:custGeom>
              <a:avLst/>
              <a:gdLst/>
              <a:ahLst/>
              <a:cxnLst/>
              <a:rect r="r" b="b" t="t" l="l"/>
              <a:pathLst>
                <a:path h="552882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552882"/>
                  </a:lnTo>
                  <a:lnTo>
                    <a:pt x="0" y="552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098849" cy="571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21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BFIU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26382" y="3860644"/>
            <a:ext cx="3074137" cy="228781"/>
            <a:chOff x="0" y="0"/>
            <a:chExt cx="4098849" cy="30504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98848" cy="305038"/>
            </a:xfrm>
            <a:custGeom>
              <a:avLst/>
              <a:gdLst/>
              <a:ahLst/>
              <a:cxnLst/>
              <a:rect r="r" b="b" t="t" l="l"/>
              <a:pathLst>
                <a:path h="305038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305038"/>
                  </a:lnTo>
                  <a:lnTo>
                    <a:pt x="0" y="3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098849" cy="333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1"/>
                </a:lnSpc>
              </a:pPr>
              <a:r>
                <a:rPr lang="en-US" sz="1076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Ready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131325" y="5876754"/>
            <a:ext cx="12024884" cy="471859"/>
            <a:chOff x="0" y="0"/>
            <a:chExt cx="16033178" cy="6291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033173" cy="629141"/>
            </a:xfrm>
            <a:custGeom>
              <a:avLst/>
              <a:gdLst/>
              <a:ahLst/>
              <a:cxnLst/>
              <a:rect r="r" b="b" t="t" l="l"/>
              <a:pathLst>
                <a:path h="629141" w="16033173">
                  <a:moveTo>
                    <a:pt x="0" y="0"/>
                  </a:moveTo>
                  <a:lnTo>
                    <a:pt x="16033173" y="0"/>
                  </a:lnTo>
                  <a:lnTo>
                    <a:pt x="16033173" y="629141"/>
                  </a:lnTo>
                  <a:lnTo>
                    <a:pt x="0" y="6291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16033178" cy="72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17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Protecting Bangladesh's Financial Future with AI-Powered, Zero-Trust Fraud Detection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033010" y="7721279"/>
            <a:ext cx="8235829" cy="1372676"/>
            <a:chOff x="0" y="0"/>
            <a:chExt cx="10981106" cy="183023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81103" cy="1830230"/>
            </a:xfrm>
            <a:custGeom>
              <a:avLst/>
              <a:gdLst/>
              <a:ahLst/>
              <a:cxnLst/>
              <a:rect r="r" b="b" t="t" l="l"/>
              <a:pathLst>
                <a:path h="1830230" w="10981103">
                  <a:moveTo>
                    <a:pt x="0" y="0"/>
                  </a:moveTo>
                  <a:lnTo>
                    <a:pt x="10981103" y="0"/>
                  </a:lnTo>
                  <a:lnTo>
                    <a:pt x="10981103" y="1830230"/>
                  </a:lnTo>
                  <a:lnTo>
                    <a:pt x="0" y="18302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0981106" cy="1868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3"/>
                </a:lnSpc>
              </a:pPr>
              <a:r>
                <a:rPr lang="en-US" sz="3590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LET'S BUILD BANGLADESH'S</a:t>
              </a:r>
            </a:p>
            <a:p>
              <a:pPr algn="ctr">
                <a:lnSpc>
                  <a:spcPts val="4683"/>
                </a:lnSpc>
              </a:pPr>
              <a:r>
                <a:rPr lang="en-US" sz="3590" b="true">
                  <a:solidFill>
                    <a:srgbClr val="00D9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SOVEREIGN DEFENSE </a:t>
              </a:r>
            </a:p>
          </p:txBody>
        </p:sp>
      </p:grpSp>
      <p:sp>
        <p:nvSpPr>
          <p:cNvPr name="Freeform 48" id="48" descr="image.png"/>
          <p:cNvSpPr/>
          <p:nvPr/>
        </p:nvSpPr>
        <p:spPr>
          <a:xfrm flipH="false" flipV="false" rot="0">
            <a:off x="6033887" y="9891817"/>
            <a:ext cx="343157" cy="291694"/>
          </a:xfrm>
          <a:custGeom>
            <a:avLst/>
            <a:gdLst/>
            <a:ahLst/>
            <a:cxnLst/>
            <a:rect r="r" b="b" t="t" l="l"/>
            <a:pathLst>
              <a:path h="291694" w="343157">
                <a:moveTo>
                  <a:pt x="0" y="0"/>
                </a:moveTo>
                <a:lnTo>
                  <a:pt x="343158" y="0"/>
                </a:lnTo>
                <a:lnTo>
                  <a:pt x="343158" y="291694"/>
                </a:lnTo>
                <a:lnTo>
                  <a:pt x="0" y="291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6548628" y="9837487"/>
            <a:ext cx="2688079" cy="400364"/>
            <a:chOff x="0" y="0"/>
            <a:chExt cx="3584105" cy="5338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584110" cy="533815"/>
            </a:xfrm>
            <a:custGeom>
              <a:avLst/>
              <a:gdLst/>
              <a:ahLst/>
              <a:cxnLst/>
              <a:rect r="r" b="b" t="t" l="l"/>
              <a:pathLst>
                <a:path h="533815" w="3584110">
                  <a:moveTo>
                    <a:pt x="0" y="0"/>
                  </a:moveTo>
                  <a:lnTo>
                    <a:pt x="3584110" y="0"/>
                  </a:lnTo>
                  <a:lnTo>
                    <a:pt x="3584110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85725"/>
              <a:ext cx="3584105" cy="619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Rajshahi, Bangladesh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94259" y="9866081"/>
            <a:ext cx="57198" cy="343167"/>
            <a:chOff x="0" y="0"/>
            <a:chExt cx="76264" cy="4575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" cy="457581"/>
            </a:xfrm>
            <a:custGeom>
              <a:avLst/>
              <a:gdLst/>
              <a:ahLst/>
              <a:cxnLst/>
              <a:rect r="r" b="b" t="t" l="l"/>
              <a:pathLst>
                <a:path h="457581" w="76200">
                  <a:moveTo>
                    <a:pt x="0" y="0"/>
                  </a:moveTo>
                  <a:lnTo>
                    <a:pt x="76200" y="0"/>
                  </a:lnTo>
                  <a:lnTo>
                    <a:pt x="76200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3741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4" id="54" descr="image.png"/>
          <p:cNvSpPr/>
          <p:nvPr/>
        </p:nvSpPr>
        <p:spPr>
          <a:xfrm flipH="false" flipV="false" rot="0">
            <a:off x="10208990" y="9943290"/>
            <a:ext cx="343157" cy="188738"/>
          </a:xfrm>
          <a:custGeom>
            <a:avLst/>
            <a:gdLst/>
            <a:ahLst/>
            <a:cxnLst/>
            <a:rect r="r" b="b" t="t" l="l"/>
            <a:pathLst>
              <a:path h="188738" w="343157">
                <a:moveTo>
                  <a:pt x="0" y="0"/>
                </a:moveTo>
                <a:lnTo>
                  <a:pt x="343157" y="0"/>
                </a:lnTo>
                <a:lnTo>
                  <a:pt x="343157" y="188738"/>
                </a:lnTo>
                <a:lnTo>
                  <a:pt x="0" y="1887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0723731" y="9837487"/>
            <a:ext cx="1544222" cy="400364"/>
            <a:chOff x="0" y="0"/>
            <a:chExt cx="2058962" cy="5338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58956" cy="533815"/>
            </a:xfrm>
            <a:custGeom>
              <a:avLst/>
              <a:gdLst/>
              <a:ahLst/>
              <a:cxnLst/>
              <a:rect r="r" b="b" t="t" l="l"/>
              <a:pathLst>
                <a:path h="533815" w="2058956">
                  <a:moveTo>
                    <a:pt x="0" y="0"/>
                  </a:moveTo>
                  <a:lnTo>
                    <a:pt x="2058956" y="0"/>
                  </a:lnTo>
                  <a:lnTo>
                    <a:pt x="2058956" y="533815"/>
                  </a:lnTo>
                  <a:lnTo>
                    <a:pt x="0" y="533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85725"/>
              <a:ext cx="2058962" cy="619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Clover Crew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6796295" y="3917699"/>
            <a:ext cx="648533" cy="18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8"/>
              </a:lnSpc>
              <a:spcBef>
                <a:spcPct val="0"/>
              </a:spcBef>
            </a:pPr>
            <a:r>
              <a:rPr lang="en-US" b="true" sz="10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AI+</a:t>
            </a:r>
            <a:r>
              <a:rPr lang="en-US" b="true" sz="10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Policy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510070" y="3366827"/>
            <a:ext cx="3206677" cy="37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  <a:spcBef>
                <a:spcPct val="0"/>
              </a:spcBef>
            </a:pPr>
            <a:r>
              <a:rPr lang="en-US" b="true" sz="21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Hybrid Engine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906419" y="3963726"/>
            <a:ext cx="1752895" cy="1923862"/>
          </a:xfrm>
          <a:custGeom>
            <a:avLst/>
            <a:gdLst/>
            <a:ahLst/>
            <a:cxnLst/>
            <a:rect r="r" b="b" t="t" l="l"/>
            <a:pathLst>
              <a:path h="1923862" w="1752895">
                <a:moveTo>
                  <a:pt x="0" y="0"/>
                </a:moveTo>
                <a:lnTo>
                  <a:pt x="1752895" y="0"/>
                </a:lnTo>
                <a:lnTo>
                  <a:pt x="1752895" y="1923862"/>
                </a:lnTo>
                <a:lnTo>
                  <a:pt x="0" y="192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8" t="-9406" r="0" b="-2090"/>
            </a:stretch>
          </a:blipFill>
          <a:ln w="19050" cap="sq">
            <a:solidFill>
              <a:srgbClr val="18BE75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4195" y="3892972"/>
            <a:ext cx="1864048" cy="1971031"/>
          </a:xfrm>
          <a:custGeom>
            <a:avLst/>
            <a:gdLst/>
            <a:ahLst/>
            <a:cxnLst/>
            <a:rect r="r" b="b" t="t" l="l"/>
            <a:pathLst>
              <a:path h="1971031" w="1864048">
                <a:moveTo>
                  <a:pt x="0" y="0"/>
                </a:moveTo>
                <a:lnTo>
                  <a:pt x="1864048" y="0"/>
                </a:lnTo>
                <a:lnTo>
                  <a:pt x="1864048" y="1971031"/>
                </a:lnTo>
                <a:lnTo>
                  <a:pt x="0" y="1971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89" t="0" r="-6888" b="-10382"/>
            </a:stretch>
          </a:blipFill>
          <a:ln w="19050" cap="sq">
            <a:solidFill>
              <a:srgbClr val="18BE75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561789" y="6830168"/>
            <a:ext cx="1320150" cy="22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  <a:spcBef>
                <a:spcPct val="0"/>
              </a:spcBef>
            </a:pPr>
            <a:r>
              <a:rPr lang="en-US" b="true" sz="1475">
                <a:solidFill>
                  <a:srgbClr val="FFFFF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(Team Leader)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DAG-e3U2mQg</dc:identifier>
  <dcterms:modified xsi:type="dcterms:W3CDTF">2011-08-01T06:04:30Z</dcterms:modified>
  <cp:revision>1</cp:revision>
  <dc:title>CloverShield_ Sovereign AI Fraud Analyst Workstation - Investor Pitch.pptx</dc:title>
</cp:coreProperties>
</file>